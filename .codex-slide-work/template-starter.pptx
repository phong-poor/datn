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ef7a0aaa0d4c78" /><Relationship Type="http://schemas.openxmlformats.org/officeDocument/2006/relationships/extended-properties" Target="/docProps/app.xml" Id="R889a437b099a4f10" /><Relationship Type="http://schemas.openxmlformats.org/officeDocument/2006/relationships/officeDocument" Target="/ppt/presentation.xml" Id="R89309eebe3054abc" /></Relationships>
</file>

<file path=ppt/presentation.xml><?xml version="1.0" encoding="utf-8"?>
<p:presentation xmlns:p="http://schemas.openxmlformats.org/presentationml/2006/main">
  <p:sldMasterIdLst>
    <p:sldMasterId xmlns:r="http://schemas.openxmlformats.org/officeDocument/2006/relationships" id="2147483648" r:id="Rc7b7500a6ee54b78"/>
  </p:sldMasterIdLst>
  <p:notesMasterIdLst>
    <p:notesMasterId xmlns:r="http://schemas.openxmlformats.org/officeDocument/2006/relationships" r:id="R63b221a72bbf4c09"/>
  </p:notesMasterIdLst>
  <p:sldIdLst>
    <p:sldId xmlns:r="http://schemas.openxmlformats.org/officeDocument/2006/relationships" id="256" r:id="Rb66cb64fd31e46ed"/>
    <p:sldId xmlns:r="http://schemas.openxmlformats.org/officeDocument/2006/relationships" id="257" r:id="R400ff1a11d1b4af6"/>
    <p:sldId xmlns:r="http://schemas.openxmlformats.org/officeDocument/2006/relationships" id="258" r:id="Rc81342c82bed4567"/>
    <p:sldId xmlns:r="http://schemas.openxmlformats.org/officeDocument/2006/relationships" id="259" r:id="R97ee5a835d704bca"/>
    <p:sldId xmlns:r="http://schemas.openxmlformats.org/officeDocument/2006/relationships" id="260" r:id="Rf659bbe081a447ec"/>
    <p:sldId xmlns:r="http://schemas.openxmlformats.org/officeDocument/2006/relationships" id="261" r:id="R3d6934b2205e4a28"/>
    <p:sldId xmlns:r="http://schemas.openxmlformats.org/officeDocument/2006/relationships" id="262" r:id="R7c5df4c5df1241d2"/>
    <p:sldId xmlns:r="http://schemas.openxmlformats.org/officeDocument/2006/relationships" id="263" r:id="Re8fbfd918ebe4345"/>
    <p:sldId xmlns:r="http://schemas.openxmlformats.org/officeDocument/2006/relationships" id="264" r:id="R9e9ddc686d2c4669"/>
    <p:sldId xmlns:r="http://schemas.openxmlformats.org/officeDocument/2006/relationships" id="265" r:id="R989b10af49634552"/>
    <p:sldId xmlns:r="http://schemas.openxmlformats.org/officeDocument/2006/relationships" id="266" r:id="R8188fbe47d8746fa"/>
    <p:sldId xmlns:r="http://schemas.openxmlformats.org/officeDocument/2006/relationships" id="267" r:id="Rcfa0c5e7b32f4746"/>
    <p:sldId xmlns:r="http://schemas.openxmlformats.org/officeDocument/2006/relationships" id="268" r:id="R458e8a7228d44bd6"/>
    <p:sldId xmlns:r="http://schemas.openxmlformats.org/officeDocument/2006/relationships" id="269" r:id="Rad8cfd4cee3b434a"/>
    <p:sldId xmlns:r="http://schemas.openxmlformats.org/officeDocument/2006/relationships" id="270" r:id="R5eade258fc3346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8bb746f76d24c97" /><Relationship Type="http://schemas.openxmlformats.org/officeDocument/2006/relationships/slideMaster" Target="/ppt/slideMasters/slideMaster1.xml" Id="Rc7b7500a6ee54b78" /><Relationship Type="http://schemas.openxmlformats.org/officeDocument/2006/relationships/notesMaster" Target="/ppt/notesMasters/notesMaster1.xml" Id="R63b221a72bbf4c09" /><Relationship Type="http://schemas.openxmlformats.org/officeDocument/2006/relationships/presProps" Target="/ppt/presProps.xml" Id="R773c4913df11416a" /><Relationship Type="http://schemas.openxmlformats.org/officeDocument/2006/relationships/viewProps" Target="/ppt/viewProps.xml" Id="R1d0a44106cfd4eea" /><Relationship Type="http://schemas.openxmlformats.org/officeDocument/2006/relationships/tableStyles" Target="/ppt/tableStyles.xml" Id="R7a30cc418bdc48cd" /><Relationship Type="http://schemas.openxmlformats.org/officeDocument/2006/relationships/slide" Target="/ppt/slides/slide1.xml" Id="Rb66cb64fd31e46ed" /><Relationship Type="http://schemas.openxmlformats.org/officeDocument/2006/relationships/slide" Target="/ppt/slides/slide2.xml" Id="R400ff1a11d1b4af6" /><Relationship Type="http://schemas.openxmlformats.org/officeDocument/2006/relationships/slide" Target="/ppt/slides/slide3.xml" Id="Rc81342c82bed4567" /><Relationship Type="http://schemas.openxmlformats.org/officeDocument/2006/relationships/slide" Target="/ppt/slides/slide4.xml" Id="R97ee5a835d704bca" /><Relationship Type="http://schemas.openxmlformats.org/officeDocument/2006/relationships/slide" Target="/ppt/slides/slide5.xml" Id="Rf659bbe081a447ec" /><Relationship Type="http://schemas.openxmlformats.org/officeDocument/2006/relationships/slide" Target="/ppt/slides/slide6.xml" Id="R3d6934b2205e4a28" /><Relationship Type="http://schemas.openxmlformats.org/officeDocument/2006/relationships/slide" Target="/ppt/slides/slide7.xml" Id="R7c5df4c5df1241d2" /><Relationship Type="http://schemas.openxmlformats.org/officeDocument/2006/relationships/slide" Target="/ppt/slides/slide8.xml" Id="Re8fbfd918ebe4345" /><Relationship Type="http://schemas.openxmlformats.org/officeDocument/2006/relationships/slide" Target="/ppt/slides/slide9.xml" Id="R9e9ddc686d2c4669" /><Relationship Type="http://schemas.openxmlformats.org/officeDocument/2006/relationships/slide" Target="/ppt/slides/slide10.xml" Id="R989b10af49634552" /><Relationship Type="http://schemas.openxmlformats.org/officeDocument/2006/relationships/slide" Target="/ppt/slides/slide11.xml" Id="R8188fbe47d8746fa" /><Relationship Type="http://schemas.openxmlformats.org/officeDocument/2006/relationships/slide" Target="/ppt/slides/slide12.xml" Id="Rcfa0c5e7b32f4746" /><Relationship Type="http://schemas.openxmlformats.org/officeDocument/2006/relationships/slide" Target="/ppt/slides/slide13.xml" Id="R458e8a7228d44bd6" /><Relationship Type="http://schemas.openxmlformats.org/officeDocument/2006/relationships/slide" Target="/ppt/slides/slide14.xml" Id="Rad8cfd4cee3b434a" /><Relationship Type="http://schemas.openxmlformats.org/officeDocument/2006/relationships/slide" Target="/ppt/slides/slide15.xml" Id="R5eade258fc3346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e266de9c2945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80d896d5194670" /><Relationship Type="http://schemas.openxmlformats.org/officeDocument/2006/relationships/notesMaster" Target="/ppt/notesMasters/notesMaster1.xml" Id="Rbf2df3049d7847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9f48d332664920" /><Relationship Type="http://schemas.openxmlformats.org/officeDocument/2006/relationships/notesMaster" Target="/ppt/notesMasters/notesMaster1.xml" Id="R01775f4eb9974d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f517a3b1544d85" /><Relationship Type="http://schemas.openxmlformats.org/officeDocument/2006/relationships/notesMaster" Target="/ppt/notesMasters/notesMaster1.xml" Id="Rf629edb203674a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0fec0a7073413c" /><Relationship Type="http://schemas.openxmlformats.org/officeDocument/2006/relationships/notesMaster" Target="/ppt/notesMasters/notesMaster1.xml" Id="R9b94a25151c24a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8959dbcf2842d9" /><Relationship Type="http://schemas.openxmlformats.org/officeDocument/2006/relationships/notesMaster" Target="/ppt/notesMasters/notesMaster1.xml" Id="Rcbf217645e174d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054bd1ecb9400d" /><Relationship Type="http://schemas.openxmlformats.org/officeDocument/2006/relationships/notesMaster" Target="/ppt/notesMasters/notesMaster1.xml" Id="Rd060b2b334e34d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458ab7d7154687" /><Relationship Type="http://schemas.openxmlformats.org/officeDocument/2006/relationships/notesMaster" Target="/ppt/notesMasters/notesMaster1.xml" Id="R7cc77b6688974c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c5795c6ad84d67" /><Relationship Type="http://schemas.openxmlformats.org/officeDocument/2006/relationships/notesMaster" Target="/ppt/notesMasters/notesMaster1.xml" Id="R8ad23dcbfc7d43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2931b73a1f4665" /><Relationship Type="http://schemas.openxmlformats.org/officeDocument/2006/relationships/notesMaster" Target="/ppt/notesMasters/notesMaster1.xml" Id="R0a26e33807f245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4fdd75665449f8" /><Relationship Type="http://schemas.openxmlformats.org/officeDocument/2006/relationships/notesMaster" Target="/ppt/notesMasters/notesMaster1.xml" Id="R48fa9829307347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677abf30724874" /><Relationship Type="http://schemas.openxmlformats.org/officeDocument/2006/relationships/notesMaster" Target="/ppt/notesMasters/notesMaster1.xml" Id="R6a6613827a624a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5674237eae401b" /><Relationship Type="http://schemas.openxmlformats.org/officeDocument/2006/relationships/notesMaster" Target="/ppt/notesMasters/notesMaster1.xml" Id="Rb316d9c11f2044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0aa6f46f4d4cf7" /><Relationship Type="http://schemas.openxmlformats.org/officeDocument/2006/relationships/notesMaster" Target="/ppt/notesMasters/notesMaster1.xml" Id="R460703bddac54d3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f0f41fdf954981" /><Relationship Type="http://schemas.openxmlformats.org/officeDocument/2006/relationships/notesMaster" Target="/ppt/notesMasters/notesMaster1.xml" Id="Rba20a9efdc814fa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8b1397b38c40cf" /><Relationship Type="http://schemas.openxmlformats.org/officeDocument/2006/relationships/notesMaster" Target="/ppt/notesMasters/notesMaster1.xml" Id="Rd4a1daea5a1047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06f8c369e14b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50d91a48b54d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d9e41238bf41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f679d1e1284d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27daf36980c4b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4afd2f40824d7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0a1964420254aa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d1214666afa4c3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50c3c254b0e419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df7098a214043d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3fd99d22fc7477a"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31ADCAD-46CD-493B-AF1F-895D1D940766}"/>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1470E13-E783-4863-973C-1095563BC1E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D502E3E-1F8A-4A18-AFF1-3149F204456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5" name="Footer Placeholder 4">
            <a:extLst xmlns:a="http://schemas.openxmlformats.org/drawingml/2006/main">
              <a:ext uri="{FF2B5EF4-FFF2-40B4-BE49-F238E27FC236}">
                <a16:creationId xmlns:a16="http://schemas.microsoft.com/office/drawing/2014/main" id="{009FE2F5-A83C-469F-81A3-69F402B6AF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99257DF-530A-419A-B415-E6144E8F19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E28F71-EC84-41C6-A1CD-6258E466C46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C9922FD7-C0E9-46BA-94D8-69134BB270B5}"/>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A964F24-BA4B-436D-B030-296696A157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5" name="Footer Placeholder 4">
            <a:extLst xmlns:a="http://schemas.openxmlformats.org/drawingml/2006/main">
              <a:ext uri="{FF2B5EF4-FFF2-40B4-BE49-F238E27FC236}">
                <a16:creationId xmlns:a16="http://schemas.microsoft.com/office/drawing/2014/main" id="{F7A6A346-AF0C-4117-8023-3BEBCA6416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90D9B95-012C-4468-A87D-60DE6CAF30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33B884-64C9-4719-A40B-8AD8FEB1059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D772EBD-74E1-4FBA-8911-48E392B1084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F04D1B20-AE5C-4B6D-90C7-EBAE608C72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5" name="Footer Placeholder 4">
            <a:extLst xmlns:a="http://schemas.openxmlformats.org/drawingml/2006/main">
              <a:ext uri="{FF2B5EF4-FFF2-40B4-BE49-F238E27FC236}">
                <a16:creationId xmlns:a16="http://schemas.microsoft.com/office/drawing/2014/main" id="{2DD9033F-DBA6-4539-8E78-25BB55B8961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ACFB498-1A0F-4B05-9380-008D478A3D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B18D4B-51E6-450C-896D-02A5E61F3A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A0074E1-D5C4-456B-AD34-D2DDE4A40BE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EF159F6-0F0C-4D02-A554-A9E5EB2DB22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4F62A990-8FBF-450C-B73B-37990AE168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6" name="Footer Placeholder 5">
            <a:extLst xmlns:a="http://schemas.openxmlformats.org/drawingml/2006/main">
              <a:ext uri="{FF2B5EF4-FFF2-40B4-BE49-F238E27FC236}">
                <a16:creationId xmlns:a16="http://schemas.microsoft.com/office/drawing/2014/main" id="{AD2B4570-AEED-4C20-A850-7DCA9B840F9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78FCCA8-47FC-4312-BCD9-42994C899E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E8156BA-0B3B-4AD1-9D48-A491509438A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30053F-257D-4386-BB0E-5F3743987D7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A0FB4DA-E75B-40BB-AD60-88387E77982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945193DB-E7D5-4A1B-A65E-1A9C66BD598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F2C04187-6236-43C9-8A1F-EFF3A067ED7F}"/>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24D1EF9-32A2-4825-8F1B-5C49E6B2F0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8" name="Footer Placeholder 7">
            <a:extLst xmlns:a="http://schemas.openxmlformats.org/drawingml/2006/main">
              <a:ext uri="{FF2B5EF4-FFF2-40B4-BE49-F238E27FC236}">
                <a16:creationId xmlns:a16="http://schemas.microsoft.com/office/drawing/2014/main" id="{6D3B8C5A-2678-4C4E-A712-5D28BF1ED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BDF7DAAF-635A-43C5-A0F9-AB45F2A363F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6A53A27-997C-4D70-BDC8-D67D84D6AB6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6E0324C1-2141-491D-8330-C763C12C19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4" name="Footer Placeholder 3">
            <a:extLst xmlns:a="http://schemas.openxmlformats.org/drawingml/2006/main">
              <a:ext uri="{FF2B5EF4-FFF2-40B4-BE49-F238E27FC236}">
                <a16:creationId xmlns:a16="http://schemas.microsoft.com/office/drawing/2014/main" id="{89D1F7A1-CA83-4E79-BF21-CBAFF60F46D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B84E328-1E96-4FB1-B847-8384671429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F25272F-5193-4E9F-99DE-713499E4BB5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3" name="Footer Placeholder 2">
            <a:extLst xmlns:a="http://schemas.openxmlformats.org/drawingml/2006/main">
              <a:ext uri="{FF2B5EF4-FFF2-40B4-BE49-F238E27FC236}">
                <a16:creationId xmlns:a16="http://schemas.microsoft.com/office/drawing/2014/main" id="{88E2230E-D325-44B6-B3BC-682E89DFEF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5249D9AA-2327-41A5-B618-ABB9F136DC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FD500F5-F7C4-4285-8D5C-606E9106D156}"/>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6D4E221C-4A16-4EE5-AFF4-2BBA0548066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5DB0587C-EE8B-433C-BAAE-57BB946D320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3540B40-FCC2-4D09-9417-0F9E1B0847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6" name="Footer Placeholder 5">
            <a:extLst xmlns:a="http://schemas.openxmlformats.org/drawingml/2006/main">
              <a:ext uri="{FF2B5EF4-FFF2-40B4-BE49-F238E27FC236}">
                <a16:creationId xmlns:a16="http://schemas.microsoft.com/office/drawing/2014/main" id="{D97954A1-4371-48E3-AD8A-84244C75B9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52DFC9D-12AF-42E3-9814-C237D72C22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6D3573-45F2-46CD-BD46-98429B1D6CE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2BA4EED3-3FCF-4829-90D0-CEBFDD73978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468DCCB-D8CC-4984-83C2-1C0CBEAF59C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D04E90D-8BF6-4B6F-BF08-593D70D6E6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6" name="Footer Placeholder 5">
            <a:extLst xmlns:a="http://schemas.openxmlformats.org/drawingml/2006/main">
              <a:ext uri="{FF2B5EF4-FFF2-40B4-BE49-F238E27FC236}">
                <a16:creationId xmlns:a16="http://schemas.microsoft.com/office/drawing/2014/main" id="{0E7C8647-0D60-49CC-B949-A4A78C654F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9A9B38BB-23F6-47BA-B35B-C5118BA071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E9C6E0-8D85-4C6E-801C-CE63DD1CCE0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2794A1E-F36F-4E55-A124-E7F64C2580C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86273A8-943B-495B-8F8E-2EDAF8C18E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5" name="Footer Placeholder 4">
            <a:extLst xmlns:a="http://schemas.openxmlformats.org/drawingml/2006/main">
              <a:ext uri="{FF2B5EF4-FFF2-40B4-BE49-F238E27FC236}">
                <a16:creationId xmlns:a16="http://schemas.microsoft.com/office/drawing/2014/main" id="{F7B4DECE-1259-42C3-9C55-0FE690DBE3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5D9B312-6E91-4764-AC55-7780BCB9A6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6A05214D-CE73-402C-8C2E-104F1F48560C}"/>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A87F0E5-C568-4DAF-8A3D-F01536BEB2B4}"/>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78957EF-791E-4980-97D0-D960526A57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8/29/2026</a:t>
            </a:fld>
            <a:endParaRPr/>
          </a:p>
        </p:txBody>
      </p:sp>
      <p:sp>
        <p:nvSpPr>
          <p:cNvPr id="5" name="Footer Placeholder 4">
            <a:extLst xmlns:a="http://schemas.openxmlformats.org/drawingml/2006/main">
              <a:ext uri="{FF2B5EF4-FFF2-40B4-BE49-F238E27FC236}">
                <a16:creationId xmlns:a16="http://schemas.microsoft.com/office/drawing/2014/main" id="{14780ED7-0CBF-494A-AA63-413E06B91B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6DB0CDB-498D-4519-8D6B-505EDB5F8E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ce47a760ac47b4" /><Relationship Type="http://schemas.openxmlformats.org/officeDocument/2006/relationships/slideLayout" Target="/ppt/slideLayouts/slideLayout1.xml" Id="Re69749efae7d46d2" /><Relationship Type="http://schemas.openxmlformats.org/officeDocument/2006/relationships/slideLayout" Target="/ppt/slideLayouts/slideLayout2.xml" Id="R159274592e004bab" /><Relationship Type="http://schemas.openxmlformats.org/officeDocument/2006/relationships/slideLayout" Target="/ppt/slideLayouts/slideLayout3.xml" Id="R6be226ee538a475b" /><Relationship Type="http://schemas.openxmlformats.org/officeDocument/2006/relationships/slideLayout" Target="/ppt/slideLayouts/slideLayout4.xml" Id="Rce0b1fb67e784e9a" /><Relationship Type="http://schemas.openxmlformats.org/officeDocument/2006/relationships/slideLayout" Target="/ppt/slideLayouts/slideLayout5.xml" Id="R8c8bf4ff89514bba" /><Relationship Type="http://schemas.openxmlformats.org/officeDocument/2006/relationships/slideLayout" Target="/ppt/slideLayouts/slideLayout6.xml" Id="R4ca5b41244154731" /><Relationship Type="http://schemas.openxmlformats.org/officeDocument/2006/relationships/slideLayout" Target="/ppt/slideLayouts/slideLayout7.xml" Id="R7d6dc27cb9e74c76" /><Relationship Type="http://schemas.openxmlformats.org/officeDocument/2006/relationships/slideLayout" Target="/ppt/slideLayouts/slideLayout8.xml" Id="R61f3f70785084c3a" /><Relationship Type="http://schemas.openxmlformats.org/officeDocument/2006/relationships/slideLayout" Target="/ppt/slideLayouts/slideLayout9.xml" Id="R159d4070f47d49fd" /><Relationship Type="http://schemas.openxmlformats.org/officeDocument/2006/relationships/slideLayout" Target="/ppt/slideLayouts/slideLayout10.xml" Id="R9360b2b9cb884fe6" /><Relationship Type="http://schemas.openxmlformats.org/officeDocument/2006/relationships/slideLayout" Target="/ppt/slideLayouts/slideLayout11.xml" Id="R093d6d573f13496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F393039-CF78-45D3-B304-ED3A6B0712F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62B8D0C-6440-4343-9F71-6E02B2CCF957}"/>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B9249CE-B1E0-479A-9BD9-0F064AD0108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8/29/2026</a:t>
            </a:fld>
            <a:endParaRPr/>
          </a:p>
        </p:txBody>
      </p:sp>
      <p:sp>
        <p:nvSpPr>
          <p:cNvPr id="5" name="Footer Placeholder 4">
            <a:extLst xmlns:a="http://schemas.openxmlformats.org/drawingml/2006/main">
              <a:ext uri="{FF2B5EF4-FFF2-40B4-BE49-F238E27FC236}">
                <a16:creationId xmlns:a16="http://schemas.microsoft.com/office/drawing/2014/main" id="{FEB24FC5-75D4-49EF-9BFD-155667C7C92F}"/>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A221216-61FA-448B-B806-6D4A820F1E2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9749efae7d46d2"/>
    <p:sldLayoutId xmlns:r="http://schemas.openxmlformats.org/officeDocument/2006/relationships" id="2147483650" r:id="R159274592e004bab"/>
    <p:sldLayoutId xmlns:r="http://schemas.openxmlformats.org/officeDocument/2006/relationships" id="2147483651" r:id="R6be226ee538a475b"/>
    <p:sldLayoutId xmlns:r="http://schemas.openxmlformats.org/officeDocument/2006/relationships" id="2147483652" r:id="Rce0b1fb67e784e9a"/>
    <p:sldLayoutId xmlns:r="http://schemas.openxmlformats.org/officeDocument/2006/relationships" id="2147483653" r:id="R8c8bf4ff89514bba"/>
    <p:sldLayoutId xmlns:r="http://schemas.openxmlformats.org/officeDocument/2006/relationships" id="2147483654" r:id="R4ca5b41244154731"/>
    <p:sldLayoutId xmlns:r="http://schemas.openxmlformats.org/officeDocument/2006/relationships" id="2147483655" r:id="R7d6dc27cb9e74c76"/>
    <p:sldLayoutId xmlns:r="http://schemas.openxmlformats.org/officeDocument/2006/relationships" id="2147483656" r:id="R61f3f70785084c3a"/>
    <p:sldLayoutId xmlns:r="http://schemas.openxmlformats.org/officeDocument/2006/relationships" id="2147483657" r:id="R159d4070f47d49fd"/>
    <p:sldLayoutId xmlns:r="http://schemas.openxmlformats.org/officeDocument/2006/relationships" id="2147483658" r:id="R9360b2b9cb884fe6"/>
    <p:sldLayoutId xmlns:r="http://schemas.openxmlformats.org/officeDocument/2006/relationships" id="2147483659" r:id="R093d6d573f13496c"/>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0e18db3e4314f6c" /><Relationship Type="http://schemas.openxmlformats.org/officeDocument/2006/relationships/image" Target="/ppt/media/image.png" Id="R03fa897dd8ee42f8" /><Relationship Type="http://schemas.openxmlformats.org/officeDocument/2006/relationships/image" Target="/ppt/media/image2.png" Id="Ra2395a9a9b21421e" /><Relationship Type="http://schemas.openxmlformats.org/officeDocument/2006/relationships/notesSlide" Target="/ppt/notesSlides/notesSlide1.xml" Id="Rab982fe733c347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14800c2d3ba4887" /><Relationship Type="http://schemas.openxmlformats.org/officeDocument/2006/relationships/image" Target="/ppt/media/image2.png" Id="Rb1b8ca425a174912" /><Relationship Type="http://schemas.openxmlformats.org/officeDocument/2006/relationships/notesSlide" Target="/ppt/notesSlides/notesSlide2.xml" Id="Rcc856fc8819444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4d736763a6c2468e" /><Relationship Type="http://schemas.openxmlformats.org/officeDocument/2006/relationships/image" Target="/ppt/media/image2.png" Id="R705dd315d7f54895" /><Relationship Type="http://schemas.openxmlformats.org/officeDocument/2006/relationships/notesSlide" Target="/ppt/notesSlides/notesSlide3.xml" Id="R399cc3b3ae264f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600a4ffe0984a61" /><Relationship Type="http://schemas.openxmlformats.org/officeDocument/2006/relationships/image" Target="/ppt/media/image2.png" Id="R697dacef0f6f4195" /><Relationship Type="http://schemas.openxmlformats.org/officeDocument/2006/relationships/notesSlide" Target="/ppt/notesSlides/notesSlide4.xml" Id="R3da6d6926ff343f1"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baa6253c22b432c" /><Relationship Type="http://schemas.openxmlformats.org/officeDocument/2006/relationships/image" Target="/ppt/media/image3.png" Id="Rdab13f0e200c4449" /><Relationship Type="http://schemas.openxmlformats.org/officeDocument/2006/relationships/image" Target="/ppt/media/image4.png" Id="Rd0111a26f6ff44f9" /><Relationship Type="http://schemas.openxmlformats.org/officeDocument/2006/relationships/image" Target="/ppt/media/image5.png" Id="R92488cba8a1944e9" /><Relationship Type="http://schemas.openxmlformats.org/officeDocument/2006/relationships/image" Target="/ppt/media/image2.png" Id="Raeb4a0a43feb4fcc" /><Relationship Type="http://schemas.openxmlformats.org/officeDocument/2006/relationships/notesSlide" Target="/ppt/notesSlides/notesSlide5.xml" Id="Rbbe35899df4d42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c284a3bf80942a5" /><Relationship Type="http://schemas.openxmlformats.org/officeDocument/2006/relationships/image" Target="/ppt/media/image2.png" Id="R694167d113d14b7f" /><Relationship Type="http://schemas.openxmlformats.org/officeDocument/2006/relationships/notesSlide" Target="/ppt/notesSlides/notesSlide6.xml" Id="Rbc76188313d143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5a3340066d846d4" /><Relationship Type="http://schemas.openxmlformats.org/officeDocument/2006/relationships/image" Target="/ppt/media/image2.png" Id="R6f810e4588f44502" /><Relationship Type="http://schemas.openxmlformats.org/officeDocument/2006/relationships/notesSlide" Target="/ppt/notesSlides/notesSlide7.xml" Id="R79272e5756d74b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874010d51d1d476a" /><Relationship Type="http://schemas.openxmlformats.org/officeDocument/2006/relationships/image" Target="/ppt/media/image6.png" Id="Re44fd0b926424357" /><Relationship Type="http://schemas.openxmlformats.org/officeDocument/2006/relationships/image" Target="/ppt/media/image7.png" Id="Rea02d61b4aa34849" /><Relationship Type="http://schemas.openxmlformats.org/officeDocument/2006/relationships/image" Target="/ppt/media/image8.png" Id="R98ac02abf52b484b" /><Relationship Type="http://schemas.openxmlformats.org/officeDocument/2006/relationships/image" Target="/ppt/media/image9.png" Id="R0a650b4c45894e07" /><Relationship Type="http://schemas.openxmlformats.org/officeDocument/2006/relationships/image" Target="/ppt/media/image10.png" Id="Ref797406f038475a" /><Relationship Type="http://schemas.openxmlformats.org/officeDocument/2006/relationships/image" Target="/ppt/media/image11.png" Id="Rbeb63cda29164ea9" /><Relationship Type="http://schemas.openxmlformats.org/officeDocument/2006/relationships/image" Target="/ppt/media/image2.png" Id="R3a4a07e1bbdb4d2a" /><Relationship Type="http://schemas.openxmlformats.org/officeDocument/2006/relationships/notesSlide" Target="/ppt/notesSlides/notesSlide8.xml" Id="R0e4b6bd839b442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1b80cc575d6f40d2" /><Relationship Type="http://schemas.openxmlformats.org/officeDocument/2006/relationships/image" Target="/ppt/media/image12.png" Id="Rf6b9ea0235d646d8" /><Relationship Type="http://schemas.openxmlformats.org/officeDocument/2006/relationships/image" Target="/ppt/media/image2.png" Id="Rddaffd73c05847f9" /><Relationship Type="http://schemas.openxmlformats.org/officeDocument/2006/relationships/notesSlide" Target="/ppt/notesSlides/notesSlide9.xml" Id="R2406e110a1bc40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1d54c37f4f24ff0" /><Relationship Type="http://schemas.openxmlformats.org/officeDocument/2006/relationships/image" Target="/ppt/media/image2.png" Id="R3d6af1889b9d4f38" /><Relationship Type="http://schemas.openxmlformats.org/officeDocument/2006/relationships/notesSlide" Target="/ppt/notesSlides/notesSlide10.xml" Id="Rcc05793c34e445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1c1e20d10154ed7" /><Relationship Type="http://schemas.openxmlformats.org/officeDocument/2006/relationships/image" Target="/ppt/media/image2.png" Id="R35af2129ed5e4307" /><Relationship Type="http://schemas.openxmlformats.org/officeDocument/2006/relationships/notesSlide" Target="/ppt/notesSlides/notesSlide11.xml" Id="Re9f27a3a47f4414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60987a6bae1b4d23" /><Relationship Type="http://schemas.openxmlformats.org/officeDocument/2006/relationships/chart" Target="/ppt/slides/charts/chart1.xml" Id="R11f4e3e36f8349f3" /><Relationship Type="http://schemas.openxmlformats.org/officeDocument/2006/relationships/chart" Target="/ppt/slides/charts/chart2.xml" Id="R77499cac6ba94ac9" /><Relationship Type="http://schemas.openxmlformats.org/officeDocument/2006/relationships/image" Target="/ppt/media/image2.png" Id="Rb4002254be2d484f" /><Relationship Type="http://schemas.openxmlformats.org/officeDocument/2006/relationships/notesSlide" Target="/ppt/notesSlides/notesSlide12.xml" Id="Re8dc110b949946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11dad3179955445b" /><Relationship Type="http://schemas.openxmlformats.org/officeDocument/2006/relationships/image" Target="/ppt/media/image2.png" Id="R6bc01be27f7d49f0" /><Relationship Type="http://schemas.openxmlformats.org/officeDocument/2006/relationships/notesSlide" Target="/ppt/notesSlides/notesSlide13.xml" Id="Rb79d639829f143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a40e34c56f24403f" /><Relationship Type="http://schemas.openxmlformats.org/officeDocument/2006/relationships/image" Target="/ppt/media/image13.png" Id="R2be58c33f8a44f81" /><Relationship Type="http://schemas.openxmlformats.org/officeDocument/2006/relationships/image" Target="/ppt/media/image2.png" Id="R3de0873b878048df" /><Relationship Type="http://schemas.openxmlformats.org/officeDocument/2006/relationships/notesSlide" Target="/ppt/notesSlides/notesSlide14.xml" Id="Raf27def2d0594f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0328cebc65864344" /><Relationship Type="http://schemas.openxmlformats.org/officeDocument/2006/relationships/image" Target="/ppt/media/image2.png" Id="R4fef04d5b0034558" /><Relationship Type="http://schemas.openxmlformats.org/officeDocument/2006/relationships/notesSlide" Target="/ppt/notesSlides/notesSlide15.xml" Id="R478c7b822a5c4569" /></Relationships>
</file>

<file path=ppt/slides/charts/chart1.xml><?xml version="1.0" encoding="utf-8"?>
<c:chartSpace xmlns:c="http://schemas.openxmlformats.org/drawingml/2006/chart">
  <c:lang val="en-US"/>
  <c:roundedCorners val="1"/>
  <c:style val="2"/>
  <c:chart>
    <c:title>
      <c:overlay val="0"/>
    </c:title>
    <c:autoTitleDeleted val="0"/>
    <c:plotArea>
      <c:pieChart>
        <c:ser>
          <c:idx val="0"/>
          <c:order val="0"/>
          <c:tx>
            <c:strRef>
              <c:f>Sheet1!$B$1</c:f>
              <c:strCache>
                <c:ptCount val="1"/>
                <c:pt idx="0">
                  <c:v>Kết quả</c:v>
                </c:pt>
              </c:strCache>
            </c:strRef>
          </c:tx>
          <c:dPt>
            <c:idx val="0"/>
            <c:spPr>
              <a:solidFill xmlns:a="http://schemas.openxmlformats.org/drawingml/2006/main">
                <a:srgbClr val="32B25C"/>
              </a:solidFill>
            </c:spPr>
          </c:dPt>
          <c:dPt>
            <c:idx val="1"/>
            <c:spPr>
              <a:solidFill xmlns:a="http://schemas.openxmlformats.org/drawingml/2006/main">
                <a:srgbClr val="F43B30"/>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1">
                    <a:latin typeface="Arial"/>
                    <a:ea typeface="Arial"/>
                    <a:cs typeface="Arial"/>
                  </a:defRPr>
                </a:pPr>
              </a:p>
            </c:txPr>
            <c:dLblPos val="bestFit"/>
            <c:showLegendKey val="0"/>
            <c:showVal val="1"/>
            <c:showCatName val="0"/>
            <c:showSerName val="0"/>
            <c:showPercent val="1"/>
            <c:showBubbleSize val="0"/>
            <c:showLeaderLines val="1"/>
          </c:dLbls>
          <c:cat>
            <c:strRef>
              <c:f>Sheet1!$A$2:$A$3</c:f>
              <c:strCache>
                <c:ptCount val="2"/>
                <c:pt idx="0">
                  <c:v>Pass</c:v>
                </c:pt>
                <c:pt idx="1">
                  <c:v>Fail</c:v>
                </c:pt>
              </c:strCache>
            </c:strRef>
          </c:cat>
          <c:val>
            <c:numRef>
              <c:f>Sheet1!$B$2:$B$3</c:f>
              <c:numCache>
                <c:formatCode>General</c:formatCode>
                <c:ptCount val="2"/>
                <c:pt idx="0">
                  <c:v>83.5</c:v>
                </c:pt>
                <c:pt idx="1">
                  <c:v>16.5</c:v>
                </c:pt>
              </c:numCache>
            </c:numRef>
          </c:val>
        </c:ser>
        <c:dLbls>
          <c:dLblPos val="bestFit"/>
          <c:showLegendKey val="0"/>
          <c:showVal val="1"/>
          <c:showCatName val="0"/>
          <c:showSerName val="0"/>
          <c:showPercent val="1"/>
          <c:showBubbleSize val="0"/>
          <c:showLeaderLines val="1"/>
        </c:dLbls>
        <c:firstSliceAng val="0"/>
      </c:pieChart>
    </c:plotArea>
    <c:plotVisOnly val="1"/>
  </c:chart>
</c:chartSpace>
</file>

<file path=ppt/slides/charts/chart2.xml><?xml version="1.0" encoding="utf-8"?>
<c:chartSpace xmlns:c="http://schemas.openxmlformats.org/drawingml/2006/chart">
  <c:lang val="en-US"/>
  <c:roundedCorners val="1"/>
  <c:style val="2"/>
  <c:chart>
    <c:title>
      <c:overlay val="0"/>
    </c:title>
    <c:autoTitleDeleted val="0"/>
    <c:plotArea>
      <c:pieChart>
        <c:ser>
          <c:idx val="0"/>
          <c:order val="0"/>
          <c:tx>
            <c:strRef>
              <c:f>Sheet1!$B$1</c:f>
              <c:strCache>
                <c:ptCount val="1"/>
                <c:pt idx="0">
                  <c:v>Test case</c:v>
                </c:pt>
              </c:strCache>
            </c:strRef>
          </c:tx>
          <c:dPt>
            <c:idx val="0"/>
            <c:spPr>
              <a:solidFill xmlns:a="http://schemas.openxmlformats.org/drawingml/2006/main">
                <a:srgbClr val="1964E1"/>
              </a:solidFill>
            </c:spPr>
          </c:dPt>
          <c:dPt>
            <c:idx val="1"/>
            <c:spPr>
              <a:solidFill xmlns:a="http://schemas.openxmlformats.org/drawingml/2006/main">
                <a:srgbClr val="F43B30"/>
              </a:solidFill>
            </c:spPr>
          </c:dPt>
          <c:dPt>
            <c:idx val="2"/>
            <c:spPr>
              <a:solidFill xmlns:a="http://schemas.openxmlformats.org/drawingml/2006/main">
                <a:srgbClr val="FFB80C"/>
              </a:solidFill>
            </c:spPr>
          </c:dPt>
          <c:dPt>
            <c:idx val="3"/>
            <c:spPr>
              <a:solidFill xmlns:a="http://schemas.openxmlformats.org/drawingml/2006/main">
                <a:srgbClr val="32B25C"/>
              </a:solidFill>
            </c:spPr>
          </c:dPt>
          <c:dPt>
            <c:idx val="4"/>
            <c:spPr>
              <a:solidFill xmlns:a="http://schemas.openxmlformats.org/drawingml/2006/main">
                <a:srgbClr val="FF7000"/>
              </a:solidFill>
            </c:spPr>
          </c:dPt>
          <c:dPt>
            <c:idx val="5"/>
            <c:spPr>
              <a:solidFill xmlns:a="http://schemas.openxmlformats.org/drawingml/2006/main">
                <a:srgbClr val="44B8BF"/>
              </a:solidFill>
            </c:spPr>
          </c:dPt>
          <c:dPt>
            <c:idx val="6"/>
            <c:spPr>
              <a:solidFill xmlns:a="http://schemas.openxmlformats.org/drawingml/2006/main">
                <a:srgbClr val="709FEB"/>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750" b="1">
                    <a:latin typeface="Arial"/>
                    <a:ea typeface="Arial"/>
                    <a:cs typeface="Arial"/>
                  </a:defRPr>
                </a:pPr>
              </a:p>
            </c:txPr>
            <c:dLblPos val="bestFit"/>
            <c:showLegendKey val="0"/>
            <c:showVal val="1"/>
            <c:showCatName val="0"/>
            <c:showSerName val="0"/>
            <c:showPercent val="1"/>
            <c:showBubbleSize val="0"/>
            <c:showLeaderLines val="1"/>
          </c:dLbls>
          <c:cat>
            <c:strRef>
              <c:f>Sheet1!$A$2:$A$8</c:f>
              <c:strCache>
                <c:ptCount val="7"/>
                <c:pt idx="0">
                  <c:v>Trần Quốc Phong</c:v>
                </c:pt>
                <c:pt idx="1">
                  <c:v>Y Đăng Niê</c:v>
                </c:pt>
                <c:pt idx="2">
                  <c:v>Y Pak Ayun</c:v>
                </c:pt>
                <c:pt idx="3">
                  <c:v>Lê Ngọc Tài</c:v>
                </c:pt>
                <c:pt idx="4">
                  <c:v>Quách Đức Thành</c:v>
                </c:pt>
                <c:pt idx="5">
                  <c:v>Lạc Mạnh Quân Êban</c:v>
                </c:pt>
                <c:pt idx="6">
                  <c:v>Y Thiết Niê</c:v>
                </c:pt>
              </c:strCache>
            </c:strRef>
          </c:cat>
          <c:val>
            <c:numRef>
              <c:f>Sheet1!$B$2:$B$8</c:f>
              <c:numCache>
                <c:formatCode>General</c:formatCode>
                <c:ptCount val="7"/>
                <c:pt idx="0">
                  <c:v>13.1</c:v>
                </c:pt>
                <c:pt idx="1">
                  <c:v>12.4</c:v>
                </c:pt>
                <c:pt idx="2">
                  <c:v>10.9</c:v>
                </c:pt>
                <c:pt idx="3">
                  <c:v>16.6</c:v>
                </c:pt>
                <c:pt idx="4">
                  <c:v>12.2</c:v>
                </c:pt>
                <c:pt idx="5">
                  <c:v>19.9</c:v>
                </c:pt>
                <c:pt idx="6">
                  <c:v>14.8</c:v>
                </c:pt>
              </c:numCache>
            </c:numRef>
          </c:val>
        </c:ser>
        <c:dLbls>
          <c:dLblPos val="bestFit"/>
          <c:showLegendKey val="0"/>
          <c:showVal val="1"/>
          <c:showCatName val="0"/>
          <c:showSerName val="0"/>
          <c:showPercent val="1"/>
          <c:showBubbleSize val="0"/>
          <c:showLeaderLines val="1"/>
        </c:dLbls>
        <c:firstSliceAng val="0"/>
      </c:pieChart>
    </c:plotArea>
    <c:plotVisOnly val="1"/>
  </c:chart>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05C022EE-BC50-47F4-9822-B7ED8FB8FDE1}"/>
              </a:ext>
            </a:extLst>
          </p:cNvPr>
          <p:cNvSpPr>
            <a:spLocks xmlns:a="http://schemas.openxmlformats.org/drawingml/2006/main" noGrp="1"/>
          </p:cNvSpPr>
          <p:nvPr/>
        </p:nvSpPr>
        <p:spPr>
          <a:xfrm xmlns:a="http://schemas.openxmlformats.org/drawingml/2006/main">
            <a:off x="-164939" y="597477"/>
            <a:ext cx="6583680" cy="5852160"/>
          </a:xfrm>
          <a:prstGeom xmlns:a="http://schemas.openxmlformats.org/drawingml/2006/main" prst="ellipse">
            <a:avLst/>
          </a:prstGeom>
          <a:solidFill xmlns:a="http://schemas.openxmlformats.org/drawingml/2006/main">
            <a:srgbClr val="E2F3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Rectangle 3">
            <a:extLst xmlns:a="http://schemas.openxmlformats.org/drawingml/2006/main">
              <a:ext uri="{FF2B5EF4-FFF2-40B4-BE49-F238E27FC236}">
                <a16:creationId xmlns:a16="http://schemas.microsoft.com/office/drawing/2014/main" id="{8ACEE02F-AD71-40AA-AC11-D0E678DB1B41}"/>
              </a:ext>
            </a:extLst>
          </p:cNvPr>
          <p:cNvSpPr>
            <a:spLocks xmlns:a="http://schemas.openxmlformats.org/drawingml/2006/main" noGrp="1"/>
          </p:cNvSpPr>
          <p:nvPr/>
        </p:nvSpPr>
        <p:spPr>
          <a:xfrm xmlns:a="http://schemas.openxmlformats.org/drawingml/2006/main">
            <a:off x="960120" y="5321808"/>
            <a:ext cx="4572000" cy="109728"/>
          </a:xfrm>
          <a:prstGeom xmlns:a="http://schemas.openxmlformats.org/drawingml/2006/main" prst="rect">
            <a:avLst/>
          </a:prstGeom>
          <a:solidFill xmlns:a="http://schemas.openxmlformats.org/drawingml/2006/main">
            <a:srgbClr val="2A34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8609C321-B820-4CA2-BC44-2FA242B07367}"/>
              </a:ext>
            </a:extLst>
          </p:cNvPr>
          <p:cNvSpPr>
            <a:spLocks xmlns:a="http://schemas.openxmlformats.org/drawingml/2006/main" noGrp="1"/>
          </p:cNvSpPr>
          <p:nvPr/>
        </p:nvSpPr>
        <p:spPr>
          <a:xfrm xmlns:a="http://schemas.openxmlformats.org/drawingml/2006/main">
            <a:off x="1417320" y="5413248"/>
            <a:ext cx="128016" cy="822960"/>
          </a:xfrm>
          <a:prstGeom xmlns:a="http://schemas.openxmlformats.org/drawingml/2006/main" prst="rect">
            <a:avLst/>
          </a:prstGeom>
          <a:solidFill xmlns:a="http://schemas.openxmlformats.org/drawingml/2006/main">
            <a:srgbClr val="2A34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901EE0C4-0716-4BC0-BA2F-28A412A75CF7}"/>
              </a:ext>
            </a:extLst>
          </p:cNvPr>
          <p:cNvSpPr>
            <a:spLocks xmlns:a="http://schemas.openxmlformats.org/drawingml/2006/main" noGrp="1"/>
          </p:cNvSpPr>
          <p:nvPr/>
        </p:nvSpPr>
        <p:spPr>
          <a:xfrm xmlns:a="http://schemas.openxmlformats.org/drawingml/2006/main">
            <a:off x="4983480" y="5413248"/>
            <a:ext cx="128016" cy="822960"/>
          </a:xfrm>
          <a:prstGeom xmlns:a="http://schemas.openxmlformats.org/drawingml/2006/main" prst="rect">
            <a:avLst/>
          </a:prstGeom>
          <a:solidFill xmlns:a="http://schemas.openxmlformats.org/drawingml/2006/main">
            <a:srgbClr val="2A344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Oval 37">
            <a:extLst xmlns:a="http://schemas.openxmlformats.org/drawingml/2006/main">
              <a:ext uri="{FF2B5EF4-FFF2-40B4-BE49-F238E27FC236}">
                <a16:creationId xmlns:a16="http://schemas.microsoft.com/office/drawing/2014/main" id="{04C3BAAC-359B-46CB-BFD9-8FEBC040E07C}"/>
              </a:ext>
            </a:extLst>
          </p:cNvPr>
          <p:cNvSpPr>
            <a:spLocks xmlns:a="http://schemas.openxmlformats.org/drawingml/2006/main" noGrp="1"/>
          </p:cNvSpPr>
          <p:nvPr/>
        </p:nvSpPr>
        <p:spPr>
          <a:xfrm xmlns:a="http://schemas.openxmlformats.org/drawingml/2006/main">
            <a:off x="630936" y="795528"/>
            <a:ext cx="237744" cy="237744"/>
          </a:xfrm>
          <a:prstGeom xmlns:a="http://schemas.openxmlformats.org/drawingml/2006/main" prst="ellipse">
            <a:avLst/>
          </a:prstGeom>
          <a:solidFill xmlns:a="http://schemas.openxmlformats.org/drawingml/2006/main">
            <a:srgbClr val="FFFFFF"/>
          </a:solidFill>
          <a:ln xmlns:a="http://schemas.openxmlformats.org/drawingml/2006/main" w="16510">
            <a:solidFill>
              <a:srgbClr val="2A89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Oval 38">
            <a:extLst xmlns:a="http://schemas.openxmlformats.org/drawingml/2006/main">
              <a:ext uri="{FF2B5EF4-FFF2-40B4-BE49-F238E27FC236}">
                <a16:creationId xmlns:a16="http://schemas.microsoft.com/office/drawing/2014/main" id="{120C2086-04D8-4507-8206-C13C2D57D1D0}"/>
              </a:ext>
            </a:extLst>
          </p:cNvPr>
          <p:cNvSpPr>
            <a:spLocks xmlns:a="http://schemas.openxmlformats.org/drawingml/2006/main" noGrp="1"/>
          </p:cNvSpPr>
          <p:nvPr/>
        </p:nvSpPr>
        <p:spPr>
          <a:xfrm xmlns:a="http://schemas.openxmlformats.org/drawingml/2006/main">
            <a:off x="694944" y="859536"/>
            <a:ext cx="109728" cy="109728"/>
          </a:xfrm>
          <a:prstGeom xmlns:a="http://schemas.openxmlformats.org/drawingml/2006/main" prst="ellipse">
            <a:avLst/>
          </a:prstGeom>
          <a:solidFill xmlns:a="http://schemas.openxmlformats.org/drawingml/2006/main">
            <a:srgbClr val="68BEF5"/>
          </a:solidFill>
          <a:ln xmlns:a="http://schemas.openxmlformats.org/drawingml/2006/main" w="3810">
            <a:solidFill>
              <a:srgbClr val="68BE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Connector 39">
            <a:extLst xmlns:a="http://schemas.openxmlformats.org/drawingml/2006/main">
              <a:ext uri="{FF2B5EF4-FFF2-40B4-BE49-F238E27FC236}">
                <a16:creationId xmlns:a16="http://schemas.microsoft.com/office/drawing/2014/main" id="{5D026059-7829-4A86-90B1-7F52E96E0DB5}"/>
              </a:ext>
            </a:extLst>
          </p:cNvPr>
          <p:cNvSpPr>
            <a:spLocks xmlns:a="http://schemas.openxmlformats.org/drawingml/2006/main" noGrp="1"/>
          </p:cNvSpPr>
          <p:nvPr/>
        </p:nvSpPr>
        <p:spPr>
          <a:xfrm xmlns:a="http://schemas.openxmlformats.org/drawingml/2006/main">
            <a:off x="868680" y="914400"/>
            <a:ext cx="731520" cy="164592"/>
          </a:xfrm>
          <a:prstGeom xmlns:a="http://schemas.openxmlformats.org/drawingml/2006/main" prst="line">
            <a:avLst/>
          </a:prstGeom>
          <a:ln xmlns:a="http://schemas.openxmlformats.org/drawingml/2006/main" w="12700">
            <a:solidFill>
              <a:srgbClr val="8CBE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28AADE26-8D0B-4FBD-853A-CF5FC01AD558}"/>
              </a:ext>
            </a:extLst>
          </p:cNvPr>
          <p:cNvSpPr>
            <a:spLocks xmlns:a="http://schemas.openxmlformats.org/drawingml/2006/main" noGrp="1"/>
          </p:cNvSpPr>
          <p:nvPr/>
        </p:nvSpPr>
        <p:spPr>
          <a:xfrm xmlns:a="http://schemas.openxmlformats.org/drawingml/2006/main">
            <a:off x="1673351" y="1051560"/>
            <a:ext cx="128016" cy="128016"/>
          </a:xfrm>
          <a:prstGeom xmlns:a="http://schemas.openxmlformats.org/drawingml/2006/main" prst="ellipse">
            <a:avLst/>
          </a:prstGeom>
          <a:solidFill xmlns:a="http://schemas.openxmlformats.org/drawingml/2006/main">
            <a:srgbClr val="2A89E0"/>
          </a:solidFill>
          <a:ln xmlns:a="http://schemas.openxmlformats.org/drawingml/2006/main" w="3810">
            <a:solidFill>
              <a:srgbClr val="2A89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Oval 41">
            <a:extLst xmlns:a="http://schemas.openxmlformats.org/drawingml/2006/main">
              <a:ext uri="{FF2B5EF4-FFF2-40B4-BE49-F238E27FC236}">
                <a16:creationId xmlns:a16="http://schemas.microsoft.com/office/drawing/2014/main" id="{46EC7527-CDA5-4635-AAD0-30260822CD06}"/>
              </a:ext>
            </a:extLst>
          </p:cNvPr>
          <p:cNvSpPr>
            <a:spLocks xmlns:a="http://schemas.openxmlformats.org/drawingml/2006/main" noGrp="1"/>
          </p:cNvSpPr>
          <p:nvPr/>
        </p:nvSpPr>
        <p:spPr>
          <a:xfrm xmlns:a="http://schemas.openxmlformats.org/drawingml/2006/main">
            <a:off x="9445752" y="576072"/>
            <a:ext cx="219456" cy="219456"/>
          </a:xfrm>
          <a:prstGeom xmlns:a="http://schemas.openxmlformats.org/drawingml/2006/main" prst="ellipse">
            <a:avLst/>
          </a:prstGeom>
          <a:solidFill xmlns:a="http://schemas.openxmlformats.org/drawingml/2006/main">
            <a:srgbClr val="FFFFFF"/>
          </a:solidFill>
          <a:ln xmlns:a="http://schemas.openxmlformats.org/drawingml/2006/main" w="15240">
            <a:solidFill>
              <a:srgbClr val="2A89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Oval 42">
            <a:extLst xmlns:a="http://schemas.openxmlformats.org/drawingml/2006/main">
              <a:ext uri="{FF2B5EF4-FFF2-40B4-BE49-F238E27FC236}">
                <a16:creationId xmlns:a16="http://schemas.microsoft.com/office/drawing/2014/main" id="{4FE8B07B-C1FC-4BD7-9C76-6C19B8FEA02D}"/>
              </a:ext>
            </a:extLst>
          </p:cNvPr>
          <p:cNvSpPr>
            <a:spLocks xmlns:a="http://schemas.openxmlformats.org/drawingml/2006/main" noGrp="1"/>
          </p:cNvSpPr>
          <p:nvPr/>
        </p:nvSpPr>
        <p:spPr>
          <a:xfrm xmlns:a="http://schemas.openxmlformats.org/drawingml/2006/main">
            <a:off x="9505188" y="635508"/>
            <a:ext cx="100584" cy="100584"/>
          </a:xfrm>
          <a:prstGeom xmlns:a="http://schemas.openxmlformats.org/drawingml/2006/main" prst="ellipse">
            <a:avLst/>
          </a:prstGeom>
          <a:solidFill xmlns:a="http://schemas.openxmlformats.org/drawingml/2006/main">
            <a:srgbClr val="68BEF5"/>
          </a:solidFill>
          <a:ln xmlns:a="http://schemas.openxmlformats.org/drawingml/2006/main" w="2540">
            <a:solidFill>
              <a:srgbClr val="68BEF5"/>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Connector 43">
            <a:extLst xmlns:a="http://schemas.openxmlformats.org/drawingml/2006/main">
              <a:ext uri="{FF2B5EF4-FFF2-40B4-BE49-F238E27FC236}">
                <a16:creationId xmlns:a16="http://schemas.microsoft.com/office/drawing/2014/main" id="{C0B06E3D-4C48-4F09-B28A-9BE126D1577D}"/>
              </a:ext>
            </a:extLst>
          </p:cNvPr>
          <p:cNvSpPr>
            <a:spLocks xmlns:a="http://schemas.openxmlformats.org/drawingml/2006/main" noGrp="1"/>
          </p:cNvSpPr>
          <p:nvPr/>
        </p:nvSpPr>
        <p:spPr>
          <a:xfrm xmlns:a="http://schemas.openxmlformats.org/drawingml/2006/main" flipV="1">
            <a:off x="9665208" y="566928"/>
            <a:ext cx="1033272" cy="118872"/>
          </a:xfrm>
          <a:prstGeom xmlns:a="http://schemas.openxmlformats.org/drawingml/2006/main" prst="line">
            <a:avLst/>
          </a:prstGeom>
          <a:ln xmlns:a="http://schemas.openxmlformats.org/drawingml/2006/main" w="12700">
            <a:solidFill>
              <a:srgbClr val="82AFD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5" name="Oval 44">
            <a:extLst xmlns:a="http://schemas.openxmlformats.org/drawingml/2006/main">
              <a:ext uri="{FF2B5EF4-FFF2-40B4-BE49-F238E27FC236}">
                <a16:creationId xmlns:a16="http://schemas.microsoft.com/office/drawing/2014/main" id="{1627646B-917A-4097-A9F7-AA895E8629AC}"/>
              </a:ext>
            </a:extLst>
          </p:cNvPr>
          <p:cNvSpPr>
            <a:spLocks xmlns:a="http://schemas.openxmlformats.org/drawingml/2006/main" noGrp="1"/>
          </p:cNvSpPr>
          <p:nvPr/>
        </p:nvSpPr>
        <p:spPr>
          <a:xfrm xmlns:a="http://schemas.openxmlformats.org/drawingml/2006/main">
            <a:off x="10707624" y="448056"/>
            <a:ext cx="201168" cy="201168"/>
          </a:xfrm>
          <a:prstGeom xmlns:a="http://schemas.openxmlformats.org/drawingml/2006/main" prst="ellipse">
            <a:avLst/>
          </a:prstGeom>
          <a:solidFill xmlns:a="http://schemas.openxmlformats.org/drawingml/2006/main">
            <a:srgbClr val="E2F3FF"/>
          </a:solidFill>
          <a:ln xmlns:a="http://schemas.openxmlformats.org/drawingml/2006/main" w="10160">
            <a:solidFill>
              <a:srgbClr val="0B306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Connector 45">
            <a:extLst xmlns:a="http://schemas.openxmlformats.org/drawingml/2006/main">
              <a:ext uri="{FF2B5EF4-FFF2-40B4-BE49-F238E27FC236}">
                <a16:creationId xmlns:a16="http://schemas.microsoft.com/office/drawing/2014/main" id="{152B5284-A745-43DD-8BAE-88E4E3323F56}"/>
              </a:ext>
            </a:extLst>
          </p:cNvPr>
          <p:cNvSpPr>
            <a:spLocks xmlns:a="http://schemas.openxmlformats.org/drawingml/2006/main" noGrp="1"/>
          </p:cNvSpPr>
          <p:nvPr/>
        </p:nvSpPr>
        <p:spPr>
          <a:xfrm xmlns:a="http://schemas.openxmlformats.org/drawingml/2006/main">
            <a:off x="10881360" y="621792"/>
            <a:ext cx="594360" cy="548640"/>
          </a:xfrm>
          <a:prstGeom xmlns:a="http://schemas.openxmlformats.org/drawingml/2006/main" prst="line">
            <a:avLst/>
          </a:prstGeom>
          <a:ln xmlns:a="http://schemas.openxmlformats.org/drawingml/2006/main" w="12700">
            <a:solidFill>
              <a:srgbClr val="82AFD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7" name="Oval 46">
            <a:extLst xmlns:a="http://schemas.openxmlformats.org/drawingml/2006/main">
              <a:ext uri="{FF2B5EF4-FFF2-40B4-BE49-F238E27FC236}">
                <a16:creationId xmlns:a16="http://schemas.microsoft.com/office/drawing/2014/main" id="{720F734A-211F-442E-8D16-950439F33B46}"/>
              </a:ext>
            </a:extLst>
          </p:cNvPr>
          <p:cNvSpPr>
            <a:spLocks xmlns:a="http://schemas.openxmlformats.org/drawingml/2006/main" noGrp="1"/>
          </p:cNvSpPr>
          <p:nvPr/>
        </p:nvSpPr>
        <p:spPr>
          <a:xfrm xmlns:a="http://schemas.openxmlformats.org/drawingml/2006/main">
            <a:off x="11320272" y="1014983"/>
            <a:ext cx="621792" cy="621792"/>
          </a:xfrm>
          <a:prstGeom xmlns:a="http://schemas.openxmlformats.org/drawingml/2006/main" prst="ellipse">
            <a:avLst/>
          </a:prstGeom>
          <a:solidFill xmlns:a="http://schemas.openxmlformats.org/drawingml/2006/main">
            <a:srgbClr val="FFFFFF"/>
          </a:solidFill>
          <a:ln xmlns:a="http://schemas.openxmlformats.org/drawingml/2006/main" w="12700">
            <a:solidFill>
              <a:srgbClr val="0B306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Oval 47">
            <a:extLst xmlns:a="http://schemas.openxmlformats.org/drawingml/2006/main">
              <a:ext uri="{FF2B5EF4-FFF2-40B4-BE49-F238E27FC236}">
                <a16:creationId xmlns:a16="http://schemas.microsoft.com/office/drawing/2014/main" id="{32F55E09-6967-4573-B07A-D84B3FA9B349}"/>
              </a:ext>
            </a:extLst>
          </p:cNvPr>
          <p:cNvSpPr>
            <a:spLocks xmlns:a="http://schemas.openxmlformats.org/drawingml/2006/main" noGrp="1"/>
          </p:cNvSpPr>
          <p:nvPr/>
        </p:nvSpPr>
        <p:spPr>
          <a:xfrm xmlns:a="http://schemas.openxmlformats.org/drawingml/2006/main">
            <a:off x="11448288" y="1143000"/>
            <a:ext cx="365760" cy="365760"/>
          </a:xfrm>
          <a:prstGeom xmlns:a="http://schemas.openxmlformats.org/drawingml/2006/main" prst="ellipse">
            <a:avLst/>
          </a:prstGeom>
          <a:solidFill xmlns:a="http://schemas.openxmlformats.org/drawingml/2006/main">
            <a:srgbClr val="68BEF5"/>
          </a:solidFill>
          <a:ln xmlns:a="http://schemas.openxmlformats.org/drawingml/2006/main" w="10160">
            <a:solidFill>
              <a:srgbClr val="2A89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Oval 48">
            <a:extLst xmlns:a="http://schemas.openxmlformats.org/drawingml/2006/main">
              <a:ext uri="{FF2B5EF4-FFF2-40B4-BE49-F238E27FC236}">
                <a16:creationId xmlns:a16="http://schemas.microsoft.com/office/drawing/2014/main" id="{29BD3946-09BA-4E0F-ADDC-6A4FBCDF3E0D}"/>
              </a:ext>
            </a:extLst>
          </p:cNvPr>
          <p:cNvSpPr>
            <a:spLocks xmlns:a="http://schemas.openxmlformats.org/drawingml/2006/main" noGrp="1"/>
          </p:cNvSpPr>
          <p:nvPr/>
        </p:nvSpPr>
        <p:spPr>
          <a:xfrm xmlns:a="http://schemas.openxmlformats.org/drawingml/2006/main">
            <a:off x="11548872" y="1243584"/>
            <a:ext cx="164592" cy="164592"/>
          </a:xfrm>
          <a:prstGeom xmlns:a="http://schemas.openxmlformats.org/drawingml/2006/main" prst="ellipse">
            <a:avLst/>
          </a:prstGeom>
          <a:solidFill xmlns:a="http://schemas.openxmlformats.org/drawingml/2006/main">
            <a:srgbClr val="E2F3FF"/>
          </a:solidFill>
          <a:ln xmlns:a="http://schemas.openxmlformats.org/drawingml/2006/main" w="2540">
            <a:solidFill>
              <a:srgbClr val="E2F3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68A81CF6-E0B0-46F2-B664-F9EC9E153FCE}"/>
              </a:ext>
            </a:extLst>
          </p:cNvPr>
          <p:cNvSpPr>
            <a:spLocks xmlns:a="http://schemas.openxmlformats.org/drawingml/2006/main" noGrp="1"/>
          </p:cNvSpPr>
          <p:nvPr/>
        </p:nvSpPr>
        <p:spPr>
          <a:xfrm xmlns:a="http://schemas.openxmlformats.org/drawingml/2006/main">
            <a:off x="6458095" y="1337455"/>
            <a:ext cx="4754880" cy="320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100" b="1">
                <a:solidFill>
                  <a:srgbClr val="2A89E0"/>
                </a:solidFill>
                <a:latin typeface="Arial"/>
                <a:ea typeface="Arial"/>
                <a:cs typeface="Arial"/>
              </a:rPr>
              <a:t>ĐỒ ÁN / PROJECT</a:t>
            </a:r>
          </a:p>
        </p:txBody>
      </p:sp>
      <p:sp>
        <p:nvSpPr>
          <p:cNvPr id="51" name="TextBox 50">
            <a:extLst xmlns:a="http://schemas.openxmlformats.org/drawingml/2006/main">
              <a:ext uri="{FF2B5EF4-FFF2-40B4-BE49-F238E27FC236}">
                <a16:creationId xmlns:a16="http://schemas.microsoft.com/office/drawing/2014/main" id="{FFF7EF7D-A9AB-4D23-ABEA-F6DC249CF0CD}"/>
              </a:ext>
            </a:extLst>
          </p:cNvPr>
          <p:cNvSpPr>
            <a:spLocks xmlns:a="http://schemas.openxmlformats.org/drawingml/2006/main" noGrp="1"/>
          </p:cNvSpPr>
          <p:nvPr/>
        </p:nvSpPr>
        <p:spPr>
          <a:xfrm xmlns:a="http://schemas.openxmlformats.org/drawingml/2006/main">
            <a:off x="6419088" y="2212508"/>
            <a:ext cx="5294376" cy="1015663"/>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spAutoFit/>
          </a:bodyPr>
          <a:lstStyle xmlns:a="http://schemas.openxmlformats.org/drawingml/2006/main"/>
          <a:p xmlns:a="http://schemas.openxmlformats.org/drawingml/2006/main">
            <a:r>
              <a:rPr sz="3000" b="1">
                <a:solidFill>
                  <a:srgbClr val="0B3064"/>
                </a:solidFill>
                <a:latin typeface="Arial"/>
                <a:ea typeface="Arial"/>
                <a:cs typeface="Arial"/>
              </a:rPr>
              <a:t>Xây</a:t>
            </a:r>
            <a:r>
              <a:rPr sz="3000" b="1">
                <a:solidFill>
                  <a:srgbClr val="0B3064"/>
                </a:solidFill>
                <a:latin typeface="Arial"/>
                <a:ea typeface="Arial"/>
                <a:cs typeface="Arial"/>
              </a:rPr>
              <a:t> </a:t>
            </a:r>
            <a:r>
              <a:rPr sz="3000" b="1">
                <a:solidFill>
                  <a:srgbClr val="0B3064"/>
                </a:solidFill>
                <a:latin typeface="Arial"/>
                <a:ea typeface="Arial"/>
                <a:cs typeface="Arial"/>
              </a:rPr>
              <a:t>dựng</a:t>
            </a:r>
            <a:r>
              <a:rPr sz="3000" b="1">
                <a:solidFill>
                  <a:srgbClr val="0B3064"/>
                </a:solidFill>
                <a:latin typeface="Arial"/>
                <a:ea typeface="Arial"/>
                <a:cs typeface="Arial"/>
              </a:rPr>
              <a:t> website </a:t>
            </a:r>
            <a:r>
              <a:rPr sz="3000" b="1">
                <a:solidFill>
                  <a:srgbClr val="0B3064"/>
                </a:solidFill>
                <a:latin typeface="Arial"/>
                <a:ea typeface="Arial"/>
                <a:cs typeface="Arial"/>
              </a:rPr>
              <a:t>bán</a:t>
            </a:r>
            <a:r>
              <a:rPr sz="3000" b="1">
                <a:solidFill>
                  <a:srgbClr val="0B3064"/>
                </a:solidFill>
                <a:latin typeface="Arial"/>
                <a:ea typeface="Arial"/>
                <a:cs typeface="Arial"/>
              </a:rPr>
              <a:t> </a:t>
            </a:r>
            <a:r>
              <a:rPr sz="3000" b="1">
                <a:solidFill>
                  <a:srgbClr val="0B3064"/>
                </a:solidFill>
                <a:latin typeface="Arial"/>
                <a:ea typeface="Arial"/>
                <a:cs typeface="Arial"/>
              </a:rPr>
              <a:t>máy</a:t>
            </a:r>
            <a:r>
              <a:rPr sz="3000" b="1">
                <a:solidFill>
                  <a:srgbClr val="0B3064"/>
                </a:solidFill>
                <a:latin typeface="Arial"/>
                <a:ea typeface="Arial"/>
                <a:cs typeface="Arial"/>
              </a:rPr>
              <a:t> tính NextGen</a:t>
            </a:r>
          </a:p>
        </p:txBody>
      </p:sp>
      <p:sp>
        <p:nvSpPr>
          <p:cNvPr id="52" name="Rectangle 51">
            <a:extLst xmlns:a="http://schemas.openxmlformats.org/drawingml/2006/main">
              <a:ext uri="{FF2B5EF4-FFF2-40B4-BE49-F238E27FC236}">
                <a16:creationId xmlns:a16="http://schemas.microsoft.com/office/drawing/2014/main" id="{0692B0DE-AB3B-4E59-9B33-C943E3C62137}"/>
              </a:ext>
            </a:extLst>
          </p:cNvPr>
          <p:cNvSpPr>
            <a:spLocks xmlns:a="http://schemas.openxmlformats.org/drawingml/2006/main" noGrp="1"/>
          </p:cNvSpPr>
          <p:nvPr/>
        </p:nvSpPr>
        <p:spPr>
          <a:xfrm xmlns:a="http://schemas.openxmlformats.org/drawingml/2006/main">
            <a:off x="6446520" y="3931920"/>
            <a:ext cx="1143000" cy="54864"/>
          </a:xfrm>
          <a:prstGeom xmlns:a="http://schemas.openxmlformats.org/drawingml/2006/main" prst="rect">
            <a:avLst/>
          </a:prstGeom>
          <a:solidFill xmlns:a="http://schemas.openxmlformats.org/drawingml/2006/main">
            <a:srgbClr val="2A89E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1C1362D6-DC8B-4007-B30A-A0C456EDD366}"/>
              </a:ext>
            </a:extLst>
          </p:cNvPr>
          <p:cNvSpPr>
            <a:spLocks xmlns:a="http://schemas.openxmlformats.org/drawingml/2006/main" noGrp="1"/>
          </p:cNvSpPr>
          <p:nvPr/>
        </p:nvSpPr>
        <p:spPr>
          <a:xfrm xmlns:a="http://schemas.openxmlformats.org/drawingml/2006/main">
            <a:off x="6446520" y="4096512"/>
            <a:ext cx="4754880" cy="4114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500" b="0">
                <a:solidFill>
                  <a:srgbClr val="646E7A"/>
                </a:solidFill>
                <a:latin typeface="Arial"/>
                <a:ea typeface="Arial"/>
                <a:cs typeface="Arial"/>
              </a:rPr>
              <a:t>Thiết kế website thương mại điện tử</a:t>
            </a:r>
          </a:p>
        </p:txBody>
      </p:sp>
      <p:sp>
        <p:nvSpPr>
          <p:cNvPr id="54" name="Rounded Rectangle 53">
            <a:extLst xmlns:a="http://schemas.openxmlformats.org/drawingml/2006/main">
              <a:ext uri="{FF2B5EF4-FFF2-40B4-BE49-F238E27FC236}">
                <a16:creationId xmlns:a16="http://schemas.microsoft.com/office/drawing/2014/main" id="{AAE5B1A3-D003-4ACB-ACB7-81D65B0001D4}"/>
              </a:ext>
            </a:extLst>
          </p:cNvPr>
          <p:cNvSpPr>
            <a:spLocks xmlns:a="http://schemas.openxmlformats.org/drawingml/2006/main" noGrp="1"/>
          </p:cNvSpPr>
          <p:nvPr/>
        </p:nvSpPr>
        <p:spPr>
          <a:xfrm xmlns:a="http://schemas.openxmlformats.org/drawingml/2006/main">
            <a:off x="6403388" y="4723537"/>
            <a:ext cx="2148840" cy="713232"/>
          </a:xfrm>
          <a:prstGeom xmlns:a="http://schemas.openxmlformats.org/drawingml/2006/main" prst="roundRect">
            <a:avLst/>
          </a:prstGeom>
          <a:solidFill xmlns:a="http://schemas.openxmlformats.org/drawingml/2006/main">
            <a:srgbClr val="F7FB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Oval 54">
            <a:extLst xmlns:a="http://schemas.openxmlformats.org/drawingml/2006/main">
              <a:ext uri="{FF2B5EF4-FFF2-40B4-BE49-F238E27FC236}">
                <a16:creationId xmlns:a16="http://schemas.microsoft.com/office/drawing/2014/main" id="{9D90A6F3-00BC-4481-80C1-50394214A10A}"/>
              </a:ext>
            </a:extLst>
          </p:cNvPr>
          <p:cNvSpPr>
            <a:spLocks xmlns:a="http://schemas.openxmlformats.org/drawingml/2006/main" noGrp="1"/>
          </p:cNvSpPr>
          <p:nvPr/>
        </p:nvSpPr>
        <p:spPr>
          <a:xfrm xmlns:a="http://schemas.openxmlformats.org/drawingml/2006/main">
            <a:off x="6638544" y="4919472"/>
            <a:ext cx="292608" cy="292608"/>
          </a:xfrm>
          <a:prstGeom xmlns:a="http://schemas.openxmlformats.org/drawingml/2006/main" prst="ellipse">
            <a:avLst/>
          </a:prstGeom>
          <a:solidFill xmlns:a="http://schemas.openxmlformats.org/drawingml/2006/main">
            <a:srgbClr val="E2F3FF"/>
          </a:solidFill>
          <a:ln xmlns:a="http://schemas.openxmlformats.org/drawingml/2006/main" w="12700">
            <a:solidFill>
              <a:srgbClr val="2A89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TextBox 55">
            <a:extLst xmlns:a="http://schemas.openxmlformats.org/drawingml/2006/main">
              <a:ext uri="{FF2B5EF4-FFF2-40B4-BE49-F238E27FC236}">
                <a16:creationId xmlns:a16="http://schemas.microsoft.com/office/drawing/2014/main" id="{0739E9B7-F6BC-430D-8417-815CB0ADE2F3}"/>
              </a:ext>
            </a:extLst>
          </p:cNvPr>
          <p:cNvSpPr>
            <a:spLocks xmlns:a="http://schemas.openxmlformats.org/drawingml/2006/main" noGrp="1"/>
          </p:cNvSpPr>
          <p:nvPr/>
        </p:nvSpPr>
        <p:spPr>
          <a:xfrm xmlns:a="http://schemas.openxmlformats.org/drawingml/2006/main">
            <a:off x="7059168" y="4818888"/>
            <a:ext cx="13258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00" b="1">
                <a:solidFill>
                  <a:srgbClr val="646E7A"/>
                </a:solidFill>
                <a:latin typeface="Arial"/>
                <a:ea typeface="Arial"/>
                <a:cs typeface="Arial"/>
              </a:rPr>
              <a:t>NHÓM</a:t>
            </a:r>
          </a:p>
        </p:txBody>
      </p:sp>
      <p:sp>
        <p:nvSpPr>
          <p:cNvPr id="57" name="TextBox 56">
            <a:extLst xmlns:a="http://schemas.openxmlformats.org/drawingml/2006/main">
              <a:ext uri="{FF2B5EF4-FFF2-40B4-BE49-F238E27FC236}">
                <a16:creationId xmlns:a16="http://schemas.microsoft.com/office/drawing/2014/main" id="{295B5B06-5108-4337-94BC-2EFCBEDA02B5}"/>
              </a:ext>
            </a:extLst>
          </p:cNvPr>
          <p:cNvSpPr>
            <a:spLocks xmlns:a="http://schemas.openxmlformats.org/drawingml/2006/main" noGrp="1"/>
          </p:cNvSpPr>
          <p:nvPr/>
        </p:nvSpPr>
        <p:spPr>
          <a:xfrm xmlns:a="http://schemas.openxmlformats.org/drawingml/2006/main">
            <a:off x="7059168" y="4992734"/>
            <a:ext cx="1493060" cy="2923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300" b="1">
                <a:solidFill>
                  <a:srgbClr val="0B3064"/>
                </a:solidFill>
                <a:latin typeface="Arial"/>
                <a:ea typeface="Arial"/>
                <a:cs typeface="Arial"/>
              </a:rPr>
              <a:t>Predator group</a:t>
            </a:r>
          </a:p>
        </p:txBody>
      </p:sp>
      <p:sp>
        <p:nvSpPr>
          <p:cNvPr id="58" name="Rounded Rectangle 57">
            <a:extLst xmlns:a="http://schemas.openxmlformats.org/drawingml/2006/main">
              <a:ext uri="{FF2B5EF4-FFF2-40B4-BE49-F238E27FC236}">
                <a16:creationId xmlns:a16="http://schemas.microsoft.com/office/drawing/2014/main" id="{9289165E-442D-4CD0-A161-BCF729696424}"/>
              </a:ext>
            </a:extLst>
          </p:cNvPr>
          <p:cNvSpPr>
            <a:spLocks xmlns:a="http://schemas.openxmlformats.org/drawingml/2006/main" noGrp="1"/>
          </p:cNvSpPr>
          <p:nvPr/>
        </p:nvSpPr>
        <p:spPr>
          <a:xfrm xmlns:a="http://schemas.openxmlformats.org/drawingml/2006/main">
            <a:off x="8759952" y="4709160"/>
            <a:ext cx="2743200" cy="713232"/>
          </a:xfrm>
          <a:prstGeom xmlns:a="http://schemas.openxmlformats.org/drawingml/2006/main" prst="roundRect">
            <a:avLst/>
          </a:prstGeom>
          <a:solidFill xmlns:a="http://schemas.openxmlformats.org/drawingml/2006/main">
            <a:srgbClr val="F7FB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Oval 58">
            <a:extLst xmlns:a="http://schemas.openxmlformats.org/drawingml/2006/main">
              <a:ext uri="{FF2B5EF4-FFF2-40B4-BE49-F238E27FC236}">
                <a16:creationId xmlns:a16="http://schemas.microsoft.com/office/drawing/2014/main" id="{9406FEA9-D021-4817-B102-CD06F65933B2}"/>
              </a:ext>
            </a:extLst>
          </p:cNvPr>
          <p:cNvSpPr>
            <a:spLocks xmlns:a="http://schemas.openxmlformats.org/drawingml/2006/main" noGrp="1"/>
          </p:cNvSpPr>
          <p:nvPr/>
        </p:nvSpPr>
        <p:spPr>
          <a:xfrm xmlns:a="http://schemas.openxmlformats.org/drawingml/2006/main">
            <a:off x="8951976" y="4919472"/>
            <a:ext cx="292608" cy="292608"/>
          </a:xfrm>
          <a:prstGeom xmlns:a="http://schemas.openxmlformats.org/drawingml/2006/main" prst="ellipse">
            <a:avLst/>
          </a:prstGeom>
          <a:solidFill xmlns:a="http://schemas.openxmlformats.org/drawingml/2006/main">
            <a:srgbClr val="E2F3FF"/>
          </a:solidFill>
          <a:ln xmlns:a="http://schemas.openxmlformats.org/drawingml/2006/main" w="12700">
            <a:solidFill>
              <a:srgbClr val="2A89E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TextBox 59">
            <a:extLst xmlns:a="http://schemas.openxmlformats.org/drawingml/2006/main">
              <a:ext uri="{FF2B5EF4-FFF2-40B4-BE49-F238E27FC236}">
                <a16:creationId xmlns:a16="http://schemas.microsoft.com/office/drawing/2014/main" id="{8BD7B07C-579C-4EFB-8C79-C1D6362D064A}"/>
              </a:ext>
            </a:extLst>
          </p:cNvPr>
          <p:cNvSpPr>
            <a:spLocks xmlns:a="http://schemas.openxmlformats.org/drawingml/2006/main" noGrp="1"/>
          </p:cNvSpPr>
          <p:nvPr/>
        </p:nvSpPr>
        <p:spPr>
          <a:xfrm xmlns:a="http://schemas.openxmlformats.org/drawingml/2006/main">
            <a:off x="9372600" y="4818888"/>
            <a:ext cx="1874519"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00" b="1">
                <a:solidFill>
                  <a:srgbClr val="646E7A"/>
                </a:solidFill>
                <a:latin typeface="Arial"/>
                <a:ea typeface="Arial"/>
                <a:cs typeface="Arial"/>
              </a:rPr>
              <a:t>GV HƯỚNG DẪN</a:t>
            </a:r>
          </a:p>
        </p:txBody>
      </p:sp>
      <p:sp>
        <p:nvSpPr>
          <p:cNvPr id="61" name="TextBox 60">
            <a:extLst xmlns:a="http://schemas.openxmlformats.org/drawingml/2006/main">
              <a:ext uri="{FF2B5EF4-FFF2-40B4-BE49-F238E27FC236}">
                <a16:creationId xmlns:a16="http://schemas.microsoft.com/office/drawing/2014/main" id="{22789E0D-81CD-4E04-8B9E-76FE27E60133}"/>
              </a:ext>
            </a:extLst>
          </p:cNvPr>
          <p:cNvSpPr>
            <a:spLocks xmlns:a="http://schemas.openxmlformats.org/drawingml/2006/main" noGrp="1"/>
          </p:cNvSpPr>
          <p:nvPr/>
        </p:nvSpPr>
        <p:spPr>
          <a:xfrm xmlns:a="http://schemas.openxmlformats.org/drawingml/2006/main">
            <a:off x="9372600" y="5010912"/>
            <a:ext cx="1874519"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300" b="1">
                <a:solidFill>
                  <a:srgbClr val="0B3064"/>
                </a:solidFill>
                <a:latin typeface="Arial"/>
                <a:ea typeface="Arial"/>
                <a:cs typeface="Arial"/>
              </a:rPr>
              <a:t>Lê Hồng Sơn</a:t>
            </a:r>
          </a:p>
        </p:txBody>
      </p:sp>
      <p:sp>
        <p:nvSpPr>
          <p:cNvPr id="62" name="Rectangle 61">
            <a:extLst xmlns:a="http://schemas.openxmlformats.org/drawingml/2006/main">
              <a:ext uri="{FF2B5EF4-FFF2-40B4-BE49-F238E27FC236}">
                <a16:creationId xmlns:a16="http://schemas.microsoft.com/office/drawing/2014/main" id="{71315D13-308F-43C4-8F76-32FCF0240262}"/>
              </a:ext>
            </a:extLst>
          </p:cNvPr>
          <p:cNvSpPr>
            <a:spLocks xmlns:a="http://schemas.openxmlformats.org/drawingml/2006/main" noGrp="1"/>
          </p:cNvSpPr>
          <p:nvPr/>
        </p:nvSpPr>
        <p:spPr>
          <a:xfrm xmlns:a="http://schemas.openxmlformats.org/drawingml/2006/main">
            <a:off x="6446520" y="5989320"/>
            <a:ext cx="5074920" cy="36576"/>
          </a:xfrm>
          <a:prstGeom xmlns:a="http://schemas.openxmlformats.org/drawingml/2006/main" prst="rect">
            <a:avLst/>
          </a:prstGeom>
          <a:solidFill xmlns:a="http://schemas.openxmlformats.org/drawingml/2006/main">
            <a:srgbClr val="D2E1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B8A8A0BD-A22A-4936-89CC-5BC36DF59CAB}"/>
              </a:ext>
            </a:extLst>
          </p:cNvPr>
          <p:cNvSpPr>
            <a:spLocks xmlns:a="http://schemas.openxmlformats.org/drawingml/2006/main" noGrp="1"/>
          </p:cNvSpPr>
          <p:nvPr/>
        </p:nvSpPr>
        <p:spPr>
          <a:xfrm xmlns:a="http://schemas.openxmlformats.org/drawingml/2006/main">
            <a:off x="6446520" y="6099048"/>
            <a:ext cx="502920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00" b="0">
                <a:solidFill>
                  <a:srgbClr val="646E7A"/>
                </a:solidFill>
                <a:latin typeface="Arial"/>
                <a:ea typeface="Arial"/>
                <a:cs typeface="Arial"/>
              </a:rPr>
              <a:t>WEBSITE LAPTOP &amp; ACCESSORIES</a:t>
            </a:r>
          </a:p>
        </p:txBody>
      </p:sp>
      <p:pic>
        <p:nvPicPr>
          <p:cNvPr id="96" name="Picture 64"/>
          <p:cNvPicPr>
            <a:picLocks xmlns:a="http://schemas.openxmlformats.org/drawingml/2006/main" noChangeAspect="1"/>
          </p:cNvPicPr>
          <p:nvPr/>
        </p:nvPicPr>
        <p:blipFill>
          <a:blip xmlns:r="http://schemas.openxmlformats.org/officeDocument/2006/relationships" xmlns:a="http://schemas.openxmlformats.org/drawingml/2006/main" r:embed="R03fa897dd8ee42f8"/>
          <a:stretch xmlns:a="http://schemas.openxmlformats.org/drawingml/2006/main">
            <a:fillRect l="0" t="0" r="0" b="0"/>
          </a:stretch>
        </p:blipFill>
        <p:spPr>
          <a:xfrm xmlns:a="http://schemas.openxmlformats.org/drawingml/2006/main">
            <a:off x="-1458124" y="493667"/>
            <a:ext cx="9408488" cy="6272325"/>
          </a:xfrm>
          <a:prstGeom xmlns:a="http://schemas.openxmlformats.org/drawingml/2006/main" prst="rect">
            <a:avLst/>
          </a:prstGeom>
        </p:spPr>
      </p:pic>
      <p:pic>
        <p:nvPicPr>
          <p:cNvPr id="97" name="Picture 67"/>
          <p:cNvPicPr>
            <a:picLocks xmlns:a="http://schemas.openxmlformats.org/drawingml/2006/main" noChangeAspect="1"/>
          </p:cNvPicPr>
          <p:nvPr/>
        </p:nvPicPr>
        <p:blipFill>
          <a:blip xmlns:r="http://schemas.openxmlformats.org/officeDocument/2006/relationships" xmlns:a="http://schemas.openxmlformats.org/drawingml/2006/main" r:embed="Ra2395a9a9b21421e"/>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7314244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4A025605-F0B3-41B8-B5F3-51F2F2C4F543}"/>
              </a:ext>
            </a:extLst>
          </p:cNvPr>
          <p:cNvSpPr>
            <a:spLocks xmlns:a="http://schemas.openxmlformats.org/drawingml/2006/main" noGrp="1"/>
          </p:cNvSpPr>
          <p:nvPr/>
        </p:nvSpPr>
        <p:spPr>
          <a:xfrm xmlns:a="http://schemas.openxmlformats.org/drawingml/2006/main">
            <a:off x="120700"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Oval 2">
            <a:extLst xmlns:a="http://schemas.openxmlformats.org/drawingml/2006/main">
              <a:ext uri="{FF2B5EF4-FFF2-40B4-BE49-F238E27FC236}">
                <a16:creationId xmlns:a16="http://schemas.microsoft.com/office/drawing/2014/main" id="{C0411D2B-898E-4C39-BECB-BC7A9F145758}"/>
              </a:ext>
            </a:extLst>
          </p:cNvPr>
          <p:cNvSpPr>
            <a:spLocks xmlns:a="http://schemas.openxmlformats.org/drawingml/2006/main" noGrp="1"/>
          </p:cNvSpPr>
          <p:nvPr/>
        </p:nvSpPr>
        <p:spPr>
          <a:xfrm xmlns:a="http://schemas.openxmlformats.org/drawingml/2006/main">
            <a:off x="239572"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Oval 3">
            <a:extLst xmlns:a="http://schemas.openxmlformats.org/drawingml/2006/main">
              <a:ext uri="{FF2B5EF4-FFF2-40B4-BE49-F238E27FC236}">
                <a16:creationId xmlns:a16="http://schemas.microsoft.com/office/drawing/2014/main" id="{6A801330-5569-4F13-83CB-45A615166A0D}"/>
              </a:ext>
            </a:extLst>
          </p:cNvPr>
          <p:cNvSpPr>
            <a:spLocks xmlns:a="http://schemas.openxmlformats.org/drawingml/2006/main" noGrp="1"/>
          </p:cNvSpPr>
          <p:nvPr/>
        </p:nvSpPr>
        <p:spPr>
          <a:xfrm xmlns:a="http://schemas.openxmlformats.org/drawingml/2006/main">
            <a:off x="358444"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46015FF0-77EC-4478-8A39-3D911EA573BA}"/>
              </a:ext>
            </a:extLst>
          </p:cNvPr>
          <p:cNvSpPr>
            <a:spLocks xmlns:a="http://schemas.openxmlformats.org/drawingml/2006/main" noGrp="1"/>
          </p:cNvSpPr>
          <p:nvPr/>
        </p:nvSpPr>
        <p:spPr>
          <a:xfrm xmlns:a="http://schemas.openxmlformats.org/drawingml/2006/main">
            <a:off x="477316"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13DC8A6D-6CFF-4770-A5C8-2A5E7AB79399}"/>
              </a:ext>
            </a:extLst>
          </p:cNvPr>
          <p:cNvSpPr>
            <a:spLocks xmlns:a="http://schemas.openxmlformats.org/drawingml/2006/main" noGrp="1"/>
          </p:cNvSpPr>
          <p:nvPr/>
        </p:nvSpPr>
        <p:spPr>
          <a:xfrm xmlns:a="http://schemas.openxmlformats.org/drawingml/2006/main">
            <a:off x="596188"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Oval 6">
            <a:extLst xmlns:a="http://schemas.openxmlformats.org/drawingml/2006/main">
              <a:ext uri="{FF2B5EF4-FFF2-40B4-BE49-F238E27FC236}">
                <a16:creationId xmlns:a16="http://schemas.microsoft.com/office/drawing/2014/main" id="{FBB76386-E112-4770-A214-A11729C4B2DB}"/>
              </a:ext>
            </a:extLst>
          </p:cNvPr>
          <p:cNvSpPr>
            <a:spLocks xmlns:a="http://schemas.openxmlformats.org/drawingml/2006/main" noGrp="1"/>
          </p:cNvSpPr>
          <p:nvPr/>
        </p:nvSpPr>
        <p:spPr>
          <a:xfrm xmlns:a="http://schemas.openxmlformats.org/drawingml/2006/main">
            <a:off x="715060"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Oval 7">
            <a:extLst xmlns:a="http://schemas.openxmlformats.org/drawingml/2006/main">
              <a:ext uri="{FF2B5EF4-FFF2-40B4-BE49-F238E27FC236}">
                <a16:creationId xmlns:a16="http://schemas.microsoft.com/office/drawing/2014/main" id="{70BF5E27-D525-4AC4-9662-EDC85BD065E2}"/>
              </a:ext>
            </a:extLst>
          </p:cNvPr>
          <p:cNvSpPr>
            <a:spLocks xmlns:a="http://schemas.openxmlformats.org/drawingml/2006/main" noGrp="1"/>
          </p:cNvSpPr>
          <p:nvPr/>
        </p:nvSpPr>
        <p:spPr>
          <a:xfrm xmlns:a="http://schemas.openxmlformats.org/drawingml/2006/main">
            <a:off x="833932"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Oval 8">
            <a:extLst xmlns:a="http://schemas.openxmlformats.org/drawingml/2006/main">
              <a:ext uri="{FF2B5EF4-FFF2-40B4-BE49-F238E27FC236}">
                <a16:creationId xmlns:a16="http://schemas.microsoft.com/office/drawing/2014/main" id="{43043E73-ACEB-4293-88F2-7C545B389A5D}"/>
              </a:ext>
            </a:extLst>
          </p:cNvPr>
          <p:cNvSpPr>
            <a:spLocks xmlns:a="http://schemas.openxmlformats.org/drawingml/2006/main" noGrp="1"/>
          </p:cNvSpPr>
          <p:nvPr/>
        </p:nvSpPr>
        <p:spPr>
          <a:xfrm xmlns:a="http://schemas.openxmlformats.org/drawingml/2006/main">
            <a:off x="952804"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C9022519-C90A-4471-B8EC-57DCE3B2FD21}"/>
              </a:ext>
            </a:extLst>
          </p:cNvPr>
          <p:cNvSpPr>
            <a:spLocks xmlns:a="http://schemas.openxmlformats.org/drawingml/2006/main" noGrp="1"/>
          </p:cNvSpPr>
          <p:nvPr/>
        </p:nvSpPr>
        <p:spPr>
          <a:xfrm xmlns:a="http://schemas.openxmlformats.org/drawingml/2006/main">
            <a:off x="1071676"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Oval 10">
            <a:extLst xmlns:a="http://schemas.openxmlformats.org/drawingml/2006/main">
              <a:ext uri="{FF2B5EF4-FFF2-40B4-BE49-F238E27FC236}">
                <a16:creationId xmlns:a16="http://schemas.microsoft.com/office/drawing/2014/main" id="{6D326B92-7238-4125-81E4-47DF4C317B6E}"/>
              </a:ext>
            </a:extLst>
          </p:cNvPr>
          <p:cNvSpPr>
            <a:spLocks xmlns:a="http://schemas.openxmlformats.org/drawingml/2006/main" noGrp="1"/>
          </p:cNvSpPr>
          <p:nvPr/>
        </p:nvSpPr>
        <p:spPr>
          <a:xfrm xmlns:a="http://schemas.openxmlformats.org/drawingml/2006/main">
            <a:off x="1190548"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5FEC2790-F002-4361-8BB6-7A7DEA0F6D58}"/>
              </a:ext>
            </a:extLst>
          </p:cNvPr>
          <p:cNvSpPr>
            <a:spLocks xmlns:a="http://schemas.openxmlformats.org/drawingml/2006/main" noGrp="1"/>
          </p:cNvSpPr>
          <p:nvPr/>
        </p:nvSpPr>
        <p:spPr>
          <a:xfrm xmlns:a="http://schemas.openxmlformats.org/drawingml/2006/main">
            <a:off x="1309420"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470EFFD2-4F32-45C8-9E32-FC8AE3B1551B}"/>
              </a:ext>
            </a:extLst>
          </p:cNvPr>
          <p:cNvSpPr>
            <a:spLocks xmlns:a="http://schemas.openxmlformats.org/drawingml/2006/main" noGrp="1"/>
          </p:cNvSpPr>
          <p:nvPr/>
        </p:nvSpPr>
        <p:spPr>
          <a:xfrm xmlns:a="http://schemas.openxmlformats.org/drawingml/2006/main">
            <a:off x="1428292" y="12070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Oval 13">
            <a:extLst xmlns:a="http://schemas.openxmlformats.org/drawingml/2006/main">
              <a:ext uri="{FF2B5EF4-FFF2-40B4-BE49-F238E27FC236}">
                <a16:creationId xmlns:a16="http://schemas.microsoft.com/office/drawing/2014/main" id="{37920AA0-0F35-4BA0-A59B-DFC1F3D7F73E}"/>
              </a:ext>
            </a:extLst>
          </p:cNvPr>
          <p:cNvSpPr>
            <a:spLocks xmlns:a="http://schemas.openxmlformats.org/drawingml/2006/main" noGrp="1"/>
          </p:cNvSpPr>
          <p:nvPr/>
        </p:nvSpPr>
        <p:spPr>
          <a:xfrm xmlns:a="http://schemas.openxmlformats.org/drawingml/2006/main">
            <a:off x="120700"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10EA6D6A-3B8A-4771-953F-95BE5AC865C6}"/>
              </a:ext>
            </a:extLst>
          </p:cNvPr>
          <p:cNvSpPr>
            <a:spLocks xmlns:a="http://schemas.openxmlformats.org/drawingml/2006/main" noGrp="1"/>
          </p:cNvSpPr>
          <p:nvPr/>
        </p:nvSpPr>
        <p:spPr>
          <a:xfrm xmlns:a="http://schemas.openxmlformats.org/drawingml/2006/main">
            <a:off x="239572"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33D3E3E4-428A-47C6-B303-43FDFED9ED70}"/>
              </a:ext>
            </a:extLst>
          </p:cNvPr>
          <p:cNvSpPr>
            <a:spLocks xmlns:a="http://schemas.openxmlformats.org/drawingml/2006/main" noGrp="1"/>
          </p:cNvSpPr>
          <p:nvPr/>
        </p:nvSpPr>
        <p:spPr>
          <a:xfrm xmlns:a="http://schemas.openxmlformats.org/drawingml/2006/main">
            <a:off x="358444"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Oval 16">
            <a:extLst xmlns:a="http://schemas.openxmlformats.org/drawingml/2006/main">
              <a:ext uri="{FF2B5EF4-FFF2-40B4-BE49-F238E27FC236}">
                <a16:creationId xmlns:a16="http://schemas.microsoft.com/office/drawing/2014/main" id="{783B5B46-4682-4578-BD30-AAE918DCD806}"/>
              </a:ext>
            </a:extLst>
          </p:cNvPr>
          <p:cNvSpPr>
            <a:spLocks xmlns:a="http://schemas.openxmlformats.org/drawingml/2006/main" noGrp="1"/>
          </p:cNvSpPr>
          <p:nvPr/>
        </p:nvSpPr>
        <p:spPr>
          <a:xfrm xmlns:a="http://schemas.openxmlformats.org/drawingml/2006/main">
            <a:off x="477316"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6EFC74F3-2798-4136-BB9A-A5155D279BDD}"/>
              </a:ext>
            </a:extLst>
          </p:cNvPr>
          <p:cNvSpPr>
            <a:spLocks xmlns:a="http://schemas.openxmlformats.org/drawingml/2006/main" noGrp="1"/>
          </p:cNvSpPr>
          <p:nvPr/>
        </p:nvSpPr>
        <p:spPr>
          <a:xfrm xmlns:a="http://schemas.openxmlformats.org/drawingml/2006/main">
            <a:off x="596188"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Oval 18">
            <a:extLst xmlns:a="http://schemas.openxmlformats.org/drawingml/2006/main">
              <a:ext uri="{FF2B5EF4-FFF2-40B4-BE49-F238E27FC236}">
                <a16:creationId xmlns:a16="http://schemas.microsoft.com/office/drawing/2014/main" id="{DB403AB6-5E06-4636-B915-4131949365AC}"/>
              </a:ext>
            </a:extLst>
          </p:cNvPr>
          <p:cNvSpPr>
            <a:spLocks xmlns:a="http://schemas.openxmlformats.org/drawingml/2006/main" noGrp="1"/>
          </p:cNvSpPr>
          <p:nvPr/>
        </p:nvSpPr>
        <p:spPr>
          <a:xfrm xmlns:a="http://schemas.openxmlformats.org/drawingml/2006/main">
            <a:off x="715060"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F7E36FED-A4A1-4075-8826-B630C8986F98}"/>
              </a:ext>
            </a:extLst>
          </p:cNvPr>
          <p:cNvSpPr>
            <a:spLocks xmlns:a="http://schemas.openxmlformats.org/drawingml/2006/main" noGrp="1"/>
          </p:cNvSpPr>
          <p:nvPr/>
        </p:nvSpPr>
        <p:spPr>
          <a:xfrm xmlns:a="http://schemas.openxmlformats.org/drawingml/2006/main">
            <a:off x="833932"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6B581CD0-2ACD-443D-96A2-FBF01A3A89FC}"/>
              </a:ext>
            </a:extLst>
          </p:cNvPr>
          <p:cNvSpPr>
            <a:spLocks xmlns:a="http://schemas.openxmlformats.org/drawingml/2006/main" noGrp="1"/>
          </p:cNvSpPr>
          <p:nvPr/>
        </p:nvSpPr>
        <p:spPr>
          <a:xfrm xmlns:a="http://schemas.openxmlformats.org/drawingml/2006/main">
            <a:off x="952804"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Oval 21">
            <a:extLst xmlns:a="http://schemas.openxmlformats.org/drawingml/2006/main">
              <a:ext uri="{FF2B5EF4-FFF2-40B4-BE49-F238E27FC236}">
                <a16:creationId xmlns:a16="http://schemas.microsoft.com/office/drawing/2014/main" id="{EBD716A3-A608-4F57-9C17-35D2EE9BEC2A}"/>
              </a:ext>
            </a:extLst>
          </p:cNvPr>
          <p:cNvSpPr>
            <a:spLocks xmlns:a="http://schemas.openxmlformats.org/drawingml/2006/main" noGrp="1"/>
          </p:cNvSpPr>
          <p:nvPr/>
        </p:nvSpPr>
        <p:spPr>
          <a:xfrm xmlns:a="http://schemas.openxmlformats.org/drawingml/2006/main">
            <a:off x="1071676"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Oval 22">
            <a:extLst xmlns:a="http://schemas.openxmlformats.org/drawingml/2006/main">
              <a:ext uri="{FF2B5EF4-FFF2-40B4-BE49-F238E27FC236}">
                <a16:creationId xmlns:a16="http://schemas.microsoft.com/office/drawing/2014/main" id="{59F82653-738C-4E48-9EDE-BE8D95476D82}"/>
              </a:ext>
            </a:extLst>
          </p:cNvPr>
          <p:cNvSpPr>
            <a:spLocks xmlns:a="http://schemas.openxmlformats.org/drawingml/2006/main" noGrp="1"/>
          </p:cNvSpPr>
          <p:nvPr/>
        </p:nvSpPr>
        <p:spPr>
          <a:xfrm xmlns:a="http://schemas.openxmlformats.org/drawingml/2006/main">
            <a:off x="1190548"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Oval 23">
            <a:extLst xmlns:a="http://schemas.openxmlformats.org/drawingml/2006/main">
              <a:ext uri="{FF2B5EF4-FFF2-40B4-BE49-F238E27FC236}">
                <a16:creationId xmlns:a16="http://schemas.microsoft.com/office/drawing/2014/main" id="{7F14494B-4C75-471B-826E-B54B0D146FC5}"/>
              </a:ext>
            </a:extLst>
          </p:cNvPr>
          <p:cNvSpPr>
            <a:spLocks xmlns:a="http://schemas.openxmlformats.org/drawingml/2006/main" noGrp="1"/>
          </p:cNvSpPr>
          <p:nvPr/>
        </p:nvSpPr>
        <p:spPr>
          <a:xfrm xmlns:a="http://schemas.openxmlformats.org/drawingml/2006/main">
            <a:off x="1309420"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Oval 24">
            <a:extLst xmlns:a="http://schemas.openxmlformats.org/drawingml/2006/main">
              <a:ext uri="{FF2B5EF4-FFF2-40B4-BE49-F238E27FC236}">
                <a16:creationId xmlns:a16="http://schemas.microsoft.com/office/drawing/2014/main" id="{76DCE626-952B-409F-8BCD-C9CF4B87B9D3}"/>
              </a:ext>
            </a:extLst>
          </p:cNvPr>
          <p:cNvSpPr>
            <a:spLocks xmlns:a="http://schemas.openxmlformats.org/drawingml/2006/main" noGrp="1"/>
          </p:cNvSpPr>
          <p:nvPr/>
        </p:nvSpPr>
        <p:spPr>
          <a:xfrm xmlns:a="http://schemas.openxmlformats.org/drawingml/2006/main">
            <a:off x="1428292" y="239572"/>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Oval 25">
            <a:extLst xmlns:a="http://schemas.openxmlformats.org/drawingml/2006/main">
              <a:ext uri="{FF2B5EF4-FFF2-40B4-BE49-F238E27FC236}">
                <a16:creationId xmlns:a16="http://schemas.microsoft.com/office/drawing/2014/main" id="{D70FC067-C73B-4082-A57D-AB0CB311BE88}"/>
              </a:ext>
            </a:extLst>
          </p:cNvPr>
          <p:cNvSpPr>
            <a:spLocks xmlns:a="http://schemas.openxmlformats.org/drawingml/2006/main" noGrp="1"/>
          </p:cNvSpPr>
          <p:nvPr/>
        </p:nvSpPr>
        <p:spPr>
          <a:xfrm xmlns:a="http://schemas.openxmlformats.org/drawingml/2006/main">
            <a:off x="120700"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4307F995-F8CD-421A-A2A9-25A430F196A1}"/>
              </a:ext>
            </a:extLst>
          </p:cNvPr>
          <p:cNvSpPr>
            <a:spLocks xmlns:a="http://schemas.openxmlformats.org/drawingml/2006/main" noGrp="1"/>
          </p:cNvSpPr>
          <p:nvPr/>
        </p:nvSpPr>
        <p:spPr>
          <a:xfrm xmlns:a="http://schemas.openxmlformats.org/drawingml/2006/main">
            <a:off x="239572"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Oval 27">
            <a:extLst xmlns:a="http://schemas.openxmlformats.org/drawingml/2006/main">
              <a:ext uri="{FF2B5EF4-FFF2-40B4-BE49-F238E27FC236}">
                <a16:creationId xmlns:a16="http://schemas.microsoft.com/office/drawing/2014/main" id="{0D00EA78-0ACF-4329-A5BE-D19191B60E81}"/>
              </a:ext>
            </a:extLst>
          </p:cNvPr>
          <p:cNvSpPr>
            <a:spLocks xmlns:a="http://schemas.openxmlformats.org/drawingml/2006/main" noGrp="1"/>
          </p:cNvSpPr>
          <p:nvPr/>
        </p:nvSpPr>
        <p:spPr>
          <a:xfrm xmlns:a="http://schemas.openxmlformats.org/drawingml/2006/main">
            <a:off x="358444"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Oval 28">
            <a:extLst xmlns:a="http://schemas.openxmlformats.org/drawingml/2006/main">
              <a:ext uri="{FF2B5EF4-FFF2-40B4-BE49-F238E27FC236}">
                <a16:creationId xmlns:a16="http://schemas.microsoft.com/office/drawing/2014/main" id="{EEB4C182-D82D-4F9A-B7BA-7184D09DC7C6}"/>
              </a:ext>
            </a:extLst>
          </p:cNvPr>
          <p:cNvSpPr>
            <a:spLocks xmlns:a="http://schemas.openxmlformats.org/drawingml/2006/main" noGrp="1"/>
          </p:cNvSpPr>
          <p:nvPr/>
        </p:nvSpPr>
        <p:spPr>
          <a:xfrm xmlns:a="http://schemas.openxmlformats.org/drawingml/2006/main">
            <a:off x="477316"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29">
            <a:extLst xmlns:a="http://schemas.openxmlformats.org/drawingml/2006/main">
              <a:ext uri="{FF2B5EF4-FFF2-40B4-BE49-F238E27FC236}">
                <a16:creationId xmlns:a16="http://schemas.microsoft.com/office/drawing/2014/main" id="{C467A3FB-59EA-4BAB-9FE6-751C16FE87BE}"/>
              </a:ext>
            </a:extLst>
          </p:cNvPr>
          <p:cNvSpPr>
            <a:spLocks xmlns:a="http://schemas.openxmlformats.org/drawingml/2006/main" noGrp="1"/>
          </p:cNvSpPr>
          <p:nvPr/>
        </p:nvSpPr>
        <p:spPr>
          <a:xfrm xmlns:a="http://schemas.openxmlformats.org/drawingml/2006/main">
            <a:off x="596188"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Oval 30">
            <a:extLst xmlns:a="http://schemas.openxmlformats.org/drawingml/2006/main">
              <a:ext uri="{FF2B5EF4-FFF2-40B4-BE49-F238E27FC236}">
                <a16:creationId xmlns:a16="http://schemas.microsoft.com/office/drawing/2014/main" id="{84024D1F-DEDC-4CC6-8FF7-C992729A1BD4}"/>
              </a:ext>
            </a:extLst>
          </p:cNvPr>
          <p:cNvSpPr>
            <a:spLocks xmlns:a="http://schemas.openxmlformats.org/drawingml/2006/main" noGrp="1"/>
          </p:cNvSpPr>
          <p:nvPr/>
        </p:nvSpPr>
        <p:spPr>
          <a:xfrm xmlns:a="http://schemas.openxmlformats.org/drawingml/2006/main">
            <a:off x="715060"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Oval 31">
            <a:extLst xmlns:a="http://schemas.openxmlformats.org/drawingml/2006/main">
              <a:ext uri="{FF2B5EF4-FFF2-40B4-BE49-F238E27FC236}">
                <a16:creationId xmlns:a16="http://schemas.microsoft.com/office/drawing/2014/main" id="{4D4B50B5-5ADB-441F-9160-8A855249C311}"/>
              </a:ext>
            </a:extLst>
          </p:cNvPr>
          <p:cNvSpPr>
            <a:spLocks xmlns:a="http://schemas.openxmlformats.org/drawingml/2006/main" noGrp="1"/>
          </p:cNvSpPr>
          <p:nvPr/>
        </p:nvSpPr>
        <p:spPr>
          <a:xfrm xmlns:a="http://schemas.openxmlformats.org/drawingml/2006/main">
            <a:off x="833932"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Oval 32">
            <a:extLst xmlns:a="http://schemas.openxmlformats.org/drawingml/2006/main">
              <a:ext uri="{FF2B5EF4-FFF2-40B4-BE49-F238E27FC236}">
                <a16:creationId xmlns:a16="http://schemas.microsoft.com/office/drawing/2014/main" id="{06FAE3BE-C8B0-49F5-8A38-7B7CFC0AD80E}"/>
              </a:ext>
            </a:extLst>
          </p:cNvPr>
          <p:cNvSpPr>
            <a:spLocks xmlns:a="http://schemas.openxmlformats.org/drawingml/2006/main" noGrp="1"/>
          </p:cNvSpPr>
          <p:nvPr/>
        </p:nvSpPr>
        <p:spPr>
          <a:xfrm xmlns:a="http://schemas.openxmlformats.org/drawingml/2006/main">
            <a:off x="952804"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Oval 33">
            <a:extLst xmlns:a="http://schemas.openxmlformats.org/drawingml/2006/main">
              <a:ext uri="{FF2B5EF4-FFF2-40B4-BE49-F238E27FC236}">
                <a16:creationId xmlns:a16="http://schemas.microsoft.com/office/drawing/2014/main" id="{50484D58-8F20-41FE-9024-72D3D3E7B681}"/>
              </a:ext>
            </a:extLst>
          </p:cNvPr>
          <p:cNvSpPr>
            <a:spLocks xmlns:a="http://schemas.openxmlformats.org/drawingml/2006/main" noGrp="1"/>
          </p:cNvSpPr>
          <p:nvPr/>
        </p:nvSpPr>
        <p:spPr>
          <a:xfrm xmlns:a="http://schemas.openxmlformats.org/drawingml/2006/main">
            <a:off x="1071676"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Oval 34">
            <a:extLst xmlns:a="http://schemas.openxmlformats.org/drawingml/2006/main">
              <a:ext uri="{FF2B5EF4-FFF2-40B4-BE49-F238E27FC236}">
                <a16:creationId xmlns:a16="http://schemas.microsoft.com/office/drawing/2014/main" id="{EB8C5C28-EC4F-46F4-9A51-D53C54C969D5}"/>
              </a:ext>
            </a:extLst>
          </p:cNvPr>
          <p:cNvSpPr>
            <a:spLocks xmlns:a="http://schemas.openxmlformats.org/drawingml/2006/main" noGrp="1"/>
          </p:cNvSpPr>
          <p:nvPr/>
        </p:nvSpPr>
        <p:spPr>
          <a:xfrm xmlns:a="http://schemas.openxmlformats.org/drawingml/2006/main">
            <a:off x="1190548"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Oval 35">
            <a:extLst xmlns:a="http://schemas.openxmlformats.org/drawingml/2006/main">
              <a:ext uri="{FF2B5EF4-FFF2-40B4-BE49-F238E27FC236}">
                <a16:creationId xmlns:a16="http://schemas.microsoft.com/office/drawing/2014/main" id="{23A5724A-AB74-4FF7-9A0D-92482F06A1F6}"/>
              </a:ext>
            </a:extLst>
          </p:cNvPr>
          <p:cNvSpPr>
            <a:spLocks xmlns:a="http://schemas.openxmlformats.org/drawingml/2006/main" noGrp="1"/>
          </p:cNvSpPr>
          <p:nvPr/>
        </p:nvSpPr>
        <p:spPr>
          <a:xfrm xmlns:a="http://schemas.openxmlformats.org/drawingml/2006/main">
            <a:off x="1309420"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Oval 36">
            <a:extLst xmlns:a="http://schemas.openxmlformats.org/drawingml/2006/main">
              <a:ext uri="{FF2B5EF4-FFF2-40B4-BE49-F238E27FC236}">
                <a16:creationId xmlns:a16="http://schemas.microsoft.com/office/drawing/2014/main" id="{E6D21730-744D-4023-8163-E2C86C052D06}"/>
              </a:ext>
            </a:extLst>
          </p:cNvPr>
          <p:cNvSpPr>
            <a:spLocks xmlns:a="http://schemas.openxmlformats.org/drawingml/2006/main" noGrp="1"/>
          </p:cNvSpPr>
          <p:nvPr/>
        </p:nvSpPr>
        <p:spPr>
          <a:xfrm xmlns:a="http://schemas.openxmlformats.org/drawingml/2006/main">
            <a:off x="1428292" y="358444"/>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Oval 37">
            <a:extLst xmlns:a="http://schemas.openxmlformats.org/drawingml/2006/main">
              <a:ext uri="{FF2B5EF4-FFF2-40B4-BE49-F238E27FC236}">
                <a16:creationId xmlns:a16="http://schemas.microsoft.com/office/drawing/2014/main" id="{B02E72A2-5B5E-4844-9459-414EB666A799}"/>
              </a:ext>
            </a:extLst>
          </p:cNvPr>
          <p:cNvSpPr>
            <a:spLocks xmlns:a="http://schemas.openxmlformats.org/drawingml/2006/main" noGrp="1"/>
          </p:cNvSpPr>
          <p:nvPr/>
        </p:nvSpPr>
        <p:spPr>
          <a:xfrm xmlns:a="http://schemas.openxmlformats.org/drawingml/2006/main">
            <a:off x="120700"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Oval 38">
            <a:extLst xmlns:a="http://schemas.openxmlformats.org/drawingml/2006/main">
              <a:ext uri="{FF2B5EF4-FFF2-40B4-BE49-F238E27FC236}">
                <a16:creationId xmlns:a16="http://schemas.microsoft.com/office/drawing/2014/main" id="{8F9D16E7-EBE5-4F8C-B76A-75183A9087A5}"/>
              </a:ext>
            </a:extLst>
          </p:cNvPr>
          <p:cNvSpPr>
            <a:spLocks xmlns:a="http://schemas.openxmlformats.org/drawingml/2006/main" noGrp="1"/>
          </p:cNvSpPr>
          <p:nvPr/>
        </p:nvSpPr>
        <p:spPr>
          <a:xfrm xmlns:a="http://schemas.openxmlformats.org/drawingml/2006/main">
            <a:off x="239572"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Oval 39">
            <a:extLst xmlns:a="http://schemas.openxmlformats.org/drawingml/2006/main">
              <a:ext uri="{FF2B5EF4-FFF2-40B4-BE49-F238E27FC236}">
                <a16:creationId xmlns:a16="http://schemas.microsoft.com/office/drawing/2014/main" id="{E240FB6F-4B94-4DB1-BB36-B42CE03D827E}"/>
              </a:ext>
            </a:extLst>
          </p:cNvPr>
          <p:cNvSpPr>
            <a:spLocks xmlns:a="http://schemas.openxmlformats.org/drawingml/2006/main" noGrp="1"/>
          </p:cNvSpPr>
          <p:nvPr/>
        </p:nvSpPr>
        <p:spPr>
          <a:xfrm xmlns:a="http://schemas.openxmlformats.org/drawingml/2006/main">
            <a:off x="358444"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Oval 40">
            <a:extLst xmlns:a="http://schemas.openxmlformats.org/drawingml/2006/main">
              <a:ext uri="{FF2B5EF4-FFF2-40B4-BE49-F238E27FC236}">
                <a16:creationId xmlns:a16="http://schemas.microsoft.com/office/drawing/2014/main" id="{FD3D1FC6-CF05-42E5-86FD-9D3E9B9E96E1}"/>
              </a:ext>
            </a:extLst>
          </p:cNvPr>
          <p:cNvSpPr>
            <a:spLocks xmlns:a="http://schemas.openxmlformats.org/drawingml/2006/main" noGrp="1"/>
          </p:cNvSpPr>
          <p:nvPr/>
        </p:nvSpPr>
        <p:spPr>
          <a:xfrm xmlns:a="http://schemas.openxmlformats.org/drawingml/2006/main">
            <a:off x="477316"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Oval 41">
            <a:extLst xmlns:a="http://schemas.openxmlformats.org/drawingml/2006/main">
              <a:ext uri="{FF2B5EF4-FFF2-40B4-BE49-F238E27FC236}">
                <a16:creationId xmlns:a16="http://schemas.microsoft.com/office/drawing/2014/main" id="{74CFEE07-ABB5-469E-A17C-051EB411EE67}"/>
              </a:ext>
            </a:extLst>
          </p:cNvPr>
          <p:cNvSpPr>
            <a:spLocks xmlns:a="http://schemas.openxmlformats.org/drawingml/2006/main" noGrp="1"/>
          </p:cNvSpPr>
          <p:nvPr/>
        </p:nvSpPr>
        <p:spPr>
          <a:xfrm xmlns:a="http://schemas.openxmlformats.org/drawingml/2006/main">
            <a:off x="596188"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Oval 42">
            <a:extLst xmlns:a="http://schemas.openxmlformats.org/drawingml/2006/main">
              <a:ext uri="{FF2B5EF4-FFF2-40B4-BE49-F238E27FC236}">
                <a16:creationId xmlns:a16="http://schemas.microsoft.com/office/drawing/2014/main" id="{141933C2-E68A-452C-A31C-F98AD2EECC78}"/>
              </a:ext>
            </a:extLst>
          </p:cNvPr>
          <p:cNvSpPr>
            <a:spLocks xmlns:a="http://schemas.openxmlformats.org/drawingml/2006/main" noGrp="1"/>
          </p:cNvSpPr>
          <p:nvPr/>
        </p:nvSpPr>
        <p:spPr>
          <a:xfrm xmlns:a="http://schemas.openxmlformats.org/drawingml/2006/main">
            <a:off x="715060"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Oval 43">
            <a:extLst xmlns:a="http://schemas.openxmlformats.org/drawingml/2006/main">
              <a:ext uri="{FF2B5EF4-FFF2-40B4-BE49-F238E27FC236}">
                <a16:creationId xmlns:a16="http://schemas.microsoft.com/office/drawing/2014/main" id="{0AAB9B5F-CF91-4A50-B791-97E96EC0D60D}"/>
              </a:ext>
            </a:extLst>
          </p:cNvPr>
          <p:cNvSpPr>
            <a:spLocks xmlns:a="http://schemas.openxmlformats.org/drawingml/2006/main" noGrp="1"/>
          </p:cNvSpPr>
          <p:nvPr/>
        </p:nvSpPr>
        <p:spPr>
          <a:xfrm xmlns:a="http://schemas.openxmlformats.org/drawingml/2006/main">
            <a:off x="833932"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Oval 44">
            <a:extLst xmlns:a="http://schemas.openxmlformats.org/drawingml/2006/main">
              <a:ext uri="{FF2B5EF4-FFF2-40B4-BE49-F238E27FC236}">
                <a16:creationId xmlns:a16="http://schemas.microsoft.com/office/drawing/2014/main" id="{031628FB-7837-42FD-AF4F-48855081904F}"/>
              </a:ext>
            </a:extLst>
          </p:cNvPr>
          <p:cNvSpPr>
            <a:spLocks xmlns:a="http://schemas.openxmlformats.org/drawingml/2006/main" noGrp="1"/>
          </p:cNvSpPr>
          <p:nvPr/>
        </p:nvSpPr>
        <p:spPr>
          <a:xfrm xmlns:a="http://schemas.openxmlformats.org/drawingml/2006/main">
            <a:off x="952804"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Oval 45">
            <a:extLst xmlns:a="http://schemas.openxmlformats.org/drawingml/2006/main">
              <a:ext uri="{FF2B5EF4-FFF2-40B4-BE49-F238E27FC236}">
                <a16:creationId xmlns:a16="http://schemas.microsoft.com/office/drawing/2014/main" id="{AEE701BE-7A09-42FA-BB09-8026ECBAE691}"/>
              </a:ext>
            </a:extLst>
          </p:cNvPr>
          <p:cNvSpPr>
            <a:spLocks xmlns:a="http://schemas.openxmlformats.org/drawingml/2006/main" noGrp="1"/>
          </p:cNvSpPr>
          <p:nvPr/>
        </p:nvSpPr>
        <p:spPr>
          <a:xfrm xmlns:a="http://schemas.openxmlformats.org/drawingml/2006/main">
            <a:off x="1071676"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Oval 46">
            <a:extLst xmlns:a="http://schemas.openxmlformats.org/drawingml/2006/main">
              <a:ext uri="{FF2B5EF4-FFF2-40B4-BE49-F238E27FC236}">
                <a16:creationId xmlns:a16="http://schemas.microsoft.com/office/drawing/2014/main" id="{DFDA7EAD-9778-4D6E-830B-AB4446360006}"/>
              </a:ext>
            </a:extLst>
          </p:cNvPr>
          <p:cNvSpPr>
            <a:spLocks xmlns:a="http://schemas.openxmlformats.org/drawingml/2006/main" noGrp="1"/>
          </p:cNvSpPr>
          <p:nvPr/>
        </p:nvSpPr>
        <p:spPr>
          <a:xfrm xmlns:a="http://schemas.openxmlformats.org/drawingml/2006/main">
            <a:off x="1190548"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Oval 47">
            <a:extLst xmlns:a="http://schemas.openxmlformats.org/drawingml/2006/main">
              <a:ext uri="{FF2B5EF4-FFF2-40B4-BE49-F238E27FC236}">
                <a16:creationId xmlns:a16="http://schemas.microsoft.com/office/drawing/2014/main" id="{F410B8C7-49AE-4E11-B3EC-DD4BD5A243DD}"/>
              </a:ext>
            </a:extLst>
          </p:cNvPr>
          <p:cNvSpPr>
            <a:spLocks xmlns:a="http://schemas.openxmlformats.org/drawingml/2006/main" noGrp="1"/>
          </p:cNvSpPr>
          <p:nvPr/>
        </p:nvSpPr>
        <p:spPr>
          <a:xfrm xmlns:a="http://schemas.openxmlformats.org/drawingml/2006/main">
            <a:off x="1309420"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Oval 48">
            <a:extLst xmlns:a="http://schemas.openxmlformats.org/drawingml/2006/main">
              <a:ext uri="{FF2B5EF4-FFF2-40B4-BE49-F238E27FC236}">
                <a16:creationId xmlns:a16="http://schemas.microsoft.com/office/drawing/2014/main" id="{2935CA3F-B4E8-4A61-9B8B-ABC641866B21}"/>
              </a:ext>
            </a:extLst>
          </p:cNvPr>
          <p:cNvSpPr>
            <a:spLocks xmlns:a="http://schemas.openxmlformats.org/drawingml/2006/main" noGrp="1"/>
          </p:cNvSpPr>
          <p:nvPr/>
        </p:nvSpPr>
        <p:spPr>
          <a:xfrm xmlns:a="http://schemas.openxmlformats.org/drawingml/2006/main">
            <a:off x="1428292" y="477316"/>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Oval 49">
            <a:extLst xmlns:a="http://schemas.openxmlformats.org/drawingml/2006/main">
              <a:ext uri="{FF2B5EF4-FFF2-40B4-BE49-F238E27FC236}">
                <a16:creationId xmlns:a16="http://schemas.microsoft.com/office/drawing/2014/main" id="{32F08AFF-6942-4224-96AB-3A55D5E8B4CC}"/>
              </a:ext>
            </a:extLst>
          </p:cNvPr>
          <p:cNvSpPr>
            <a:spLocks xmlns:a="http://schemas.openxmlformats.org/drawingml/2006/main" noGrp="1"/>
          </p:cNvSpPr>
          <p:nvPr/>
        </p:nvSpPr>
        <p:spPr>
          <a:xfrm xmlns:a="http://schemas.openxmlformats.org/drawingml/2006/main">
            <a:off x="120700"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Oval 50">
            <a:extLst xmlns:a="http://schemas.openxmlformats.org/drawingml/2006/main">
              <a:ext uri="{FF2B5EF4-FFF2-40B4-BE49-F238E27FC236}">
                <a16:creationId xmlns:a16="http://schemas.microsoft.com/office/drawing/2014/main" id="{ECFEBA03-F1E6-4E2A-8ED4-BC6222F84B7F}"/>
              </a:ext>
            </a:extLst>
          </p:cNvPr>
          <p:cNvSpPr>
            <a:spLocks xmlns:a="http://schemas.openxmlformats.org/drawingml/2006/main" noGrp="1"/>
          </p:cNvSpPr>
          <p:nvPr/>
        </p:nvSpPr>
        <p:spPr>
          <a:xfrm xmlns:a="http://schemas.openxmlformats.org/drawingml/2006/main">
            <a:off x="239572"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Oval 51">
            <a:extLst xmlns:a="http://schemas.openxmlformats.org/drawingml/2006/main">
              <a:ext uri="{FF2B5EF4-FFF2-40B4-BE49-F238E27FC236}">
                <a16:creationId xmlns:a16="http://schemas.microsoft.com/office/drawing/2014/main" id="{2AA74424-4AEB-4C28-8780-CFEA464EE748}"/>
              </a:ext>
            </a:extLst>
          </p:cNvPr>
          <p:cNvSpPr>
            <a:spLocks xmlns:a="http://schemas.openxmlformats.org/drawingml/2006/main" noGrp="1"/>
          </p:cNvSpPr>
          <p:nvPr/>
        </p:nvSpPr>
        <p:spPr>
          <a:xfrm xmlns:a="http://schemas.openxmlformats.org/drawingml/2006/main">
            <a:off x="358444"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Oval 52">
            <a:extLst xmlns:a="http://schemas.openxmlformats.org/drawingml/2006/main">
              <a:ext uri="{FF2B5EF4-FFF2-40B4-BE49-F238E27FC236}">
                <a16:creationId xmlns:a16="http://schemas.microsoft.com/office/drawing/2014/main" id="{9CAB9071-2E2A-4C8E-A00D-F9BD580898AF}"/>
              </a:ext>
            </a:extLst>
          </p:cNvPr>
          <p:cNvSpPr>
            <a:spLocks xmlns:a="http://schemas.openxmlformats.org/drawingml/2006/main" noGrp="1"/>
          </p:cNvSpPr>
          <p:nvPr/>
        </p:nvSpPr>
        <p:spPr>
          <a:xfrm xmlns:a="http://schemas.openxmlformats.org/drawingml/2006/main">
            <a:off x="477316"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Oval 53">
            <a:extLst xmlns:a="http://schemas.openxmlformats.org/drawingml/2006/main">
              <a:ext uri="{FF2B5EF4-FFF2-40B4-BE49-F238E27FC236}">
                <a16:creationId xmlns:a16="http://schemas.microsoft.com/office/drawing/2014/main" id="{DC937E78-6ED8-459A-B33C-090AC42094E8}"/>
              </a:ext>
            </a:extLst>
          </p:cNvPr>
          <p:cNvSpPr>
            <a:spLocks xmlns:a="http://schemas.openxmlformats.org/drawingml/2006/main" noGrp="1"/>
          </p:cNvSpPr>
          <p:nvPr/>
        </p:nvSpPr>
        <p:spPr>
          <a:xfrm xmlns:a="http://schemas.openxmlformats.org/drawingml/2006/main">
            <a:off x="596188"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Oval 54">
            <a:extLst xmlns:a="http://schemas.openxmlformats.org/drawingml/2006/main">
              <a:ext uri="{FF2B5EF4-FFF2-40B4-BE49-F238E27FC236}">
                <a16:creationId xmlns:a16="http://schemas.microsoft.com/office/drawing/2014/main" id="{09D84CD5-39A9-4C80-9942-EA53AA541402}"/>
              </a:ext>
            </a:extLst>
          </p:cNvPr>
          <p:cNvSpPr>
            <a:spLocks xmlns:a="http://schemas.openxmlformats.org/drawingml/2006/main" noGrp="1"/>
          </p:cNvSpPr>
          <p:nvPr/>
        </p:nvSpPr>
        <p:spPr>
          <a:xfrm xmlns:a="http://schemas.openxmlformats.org/drawingml/2006/main">
            <a:off x="715060"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Oval 55">
            <a:extLst xmlns:a="http://schemas.openxmlformats.org/drawingml/2006/main">
              <a:ext uri="{FF2B5EF4-FFF2-40B4-BE49-F238E27FC236}">
                <a16:creationId xmlns:a16="http://schemas.microsoft.com/office/drawing/2014/main" id="{4E3D79B9-1F2C-44E1-AD30-4F01698C2855}"/>
              </a:ext>
            </a:extLst>
          </p:cNvPr>
          <p:cNvSpPr>
            <a:spLocks xmlns:a="http://schemas.openxmlformats.org/drawingml/2006/main" noGrp="1"/>
          </p:cNvSpPr>
          <p:nvPr/>
        </p:nvSpPr>
        <p:spPr>
          <a:xfrm xmlns:a="http://schemas.openxmlformats.org/drawingml/2006/main">
            <a:off x="833932"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Oval 56">
            <a:extLst xmlns:a="http://schemas.openxmlformats.org/drawingml/2006/main">
              <a:ext uri="{FF2B5EF4-FFF2-40B4-BE49-F238E27FC236}">
                <a16:creationId xmlns:a16="http://schemas.microsoft.com/office/drawing/2014/main" id="{AAF61AA2-CC04-4BD8-9107-2AF043009D01}"/>
              </a:ext>
            </a:extLst>
          </p:cNvPr>
          <p:cNvSpPr>
            <a:spLocks xmlns:a="http://schemas.openxmlformats.org/drawingml/2006/main" noGrp="1"/>
          </p:cNvSpPr>
          <p:nvPr/>
        </p:nvSpPr>
        <p:spPr>
          <a:xfrm xmlns:a="http://schemas.openxmlformats.org/drawingml/2006/main">
            <a:off x="952804"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Oval 57">
            <a:extLst xmlns:a="http://schemas.openxmlformats.org/drawingml/2006/main">
              <a:ext uri="{FF2B5EF4-FFF2-40B4-BE49-F238E27FC236}">
                <a16:creationId xmlns:a16="http://schemas.microsoft.com/office/drawing/2014/main" id="{2327B75C-B161-4093-9BA4-CDBAFFF4917B}"/>
              </a:ext>
            </a:extLst>
          </p:cNvPr>
          <p:cNvSpPr>
            <a:spLocks xmlns:a="http://schemas.openxmlformats.org/drawingml/2006/main" noGrp="1"/>
          </p:cNvSpPr>
          <p:nvPr/>
        </p:nvSpPr>
        <p:spPr>
          <a:xfrm xmlns:a="http://schemas.openxmlformats.org/drawingml/2006/main">
            <a:off x="1071676"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Oval 58">
            <a:extLst xmlns:a="http://schemas.openxmlformats.org/drawingml/2006/main">
              <a:ext uri="{FF2B5EF4-FFF2-40B4-BE49-F238E27FC236}">
                <a16:creationId xmlns:a16="http://schemas.microsoft.com/office/drawing/2014/main" id="{5EB06989-2F27-4FCD-9FEA-392BB35EB1D3}"/>
              </a:ext>
            </a:extLst>
          </p:cNvPr>
          <p:cNvSpPr>
            <a:spLocks xmlns:a="http://schemas.openxmlformats.org/drawingml/2006/main" noGrp="1"/>
          </p:cNvSpPr>
          <p:nvPr/>
        </p:nvSpPr>
        <p:spPr>
          <a:xfrm xmlns:a="http://schemas.openxmlformats.org/drawingml/2006/main">
            <a:off x="1190548"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Oval 59">
            <a:extLst xmlns:a="http://schemas.openxmlformats.org/drawingml/2006/main">
              <a:ext uri="{FF2B5EF4-FFF2-40B4-BE49-F238E27FC236}">
                <a16:creationId xmlns:a16="http://schemas.microsoft.com/office/drawing/2014/main" id="{BCBBC43F-8C01-40BE-81D4-6C1446AC5D7F}"/>
              </a:ext>
            </a:extLst>
          </p:cNvPr>
          <p:cNvSpPr>
            <a:spLocks xmlns:a="http://schemas.openxmlformats.org/drawingml/2006/main" noGrp="1"/>
          </p:cNvSpPr>
          <p:nvPr/>
        </p:nvSpPr>
        <p:spPr>
          <a:xfrm xmlns:a="http://schemas.openxmlformats.org/drawingml/2006/main">
            <a:off x="1309420"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Oval 60">
            <a:extLst xmlns:a="http://schemas.openxmlformats.org/drawingml/2006/main">
              <a:ext uri="{FF2B5EF4-FFF2-40B4-BE49-F238E27FC236}">
                <a16:creationId xmlns:a16="http://schemas.microsoft.com/office/drawing/2014/main" id="{AA0E56B9-CECC-4D63-8AB6-0A00C67504B2}"/>
              </a:ext>
            </a:extLst>
          </p:cNvPr>
          <p:cNvSpPr>
            <a:spLocks xmlns:a="http://schemas.openxmlformats.org/drawingml/2006/main" noGrp="1"/>
          </p:cNvSpPr>
          <p:nvPr/>
        </p:nvSpPr>
        <p:spPr>
          <a:xfrm xmlns:a="http://schemas.openxmlformats.org/drawingml/2006/main">
            <a:off x="1428292" y="596188"/>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2" name="Oval 61">
            <a:extLst xmlns:a="http://schemas.openxmlformats.org/drawingml/2006/main">
              <a:ext uri="{FF2B5EF4-FFF2-40B4-BE49-F238E27FC236}">
                <a16:creationId xmlns:a16="http://schemas.microsoft.com/office/drawing/2014/main" id="{ED69DDD3-708D-4350-85B2-EE24744F23B0}"/>
              </a:ext>
            </a:extLst>
          </p:cNvPr>
          <p:cNvSpPr>
            <a:spLocks xmlns:a="http://schemas.openxmlformats.org/drawingml/2006/main" noGrp="1"/>
          </p:cNvSpPr>
          <p:nvPr/>
        </p:nvSpPr>
        <p:spPr>
          <a:xfrm xmlns:a="http://schemas.openxmlformats.org/drawingml/2006/main">
            <a:off x="120700"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Oval 62">
            <a:extLst xmlns:a="http://schemas.openxmlformats.org/drawingml/2006/main">
              <a:ext uri="{FF2B5EF4-FFF2-40B4-BE49-F238E27FC236}">
                <a16:creationId xmlns:a16="http://schemas.microsoft.com/office/drawing/2014/main" id="{82902ECD-A090-4B86-8133-B1BED56D0BDD}"/>
              </a:ext>
            </a:extLst>
          </p:cNvPr>
          <p:cNvSpPr>
            <a:spLocks xmlns:a="http://schemas.openxmlformats.org/drawingml/2006/main" noGrp="1"/>
          </p:cNvSpPr>
          <p:nvPr/>
        </p:nvSpPr>
        <p:spPr>
          <a:xfrm xmlns:a="http://schemas.openxmlformats.org/drawingml/2006/main">
            <a:off x="239572"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Oval 63">
            <a:extLst xmlns:a="http://schemas.openxmlformats.org/drawingml/2006/main">
              <a:ext uri="{FF2B5EF4-FFF2-40B4-BE49-F238E27FC236}">
                <a16:creationId xmlns:a16="http://schemas.microsoft.com/office/drawing/2014/main" id="{3CA12D43-C5C3-4934-B68D-50B77F4A0161}"/>
              </a:ext>
            </a:extLst>
          </p:cNvPr>
          <p:cNvSpPr>
            <a:spLocks xmlns:a="http://schemas.openxmlformats.org/drawingml/2006/main" noGrp="1"/>
          </p:cNvSpPr>
          <p:nvPr/>
        </p:nvSpPr>
        <p:spPr>
          <a:xfrm xmlns:a="http://schemas.openxmlformats.org/drawingml/2006/main">
            <a:off x="358444"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Oval 64">
            <a:extLst xmlns:a="http://schemas.openxmlformats.org/drawingml/2006/main">
              <a:ext uri="{FF2B5EF4-FFF2-40B4-BE49-F238E27FC236}">
                <a16:creationId xmlns:a16="http://schemas.microsoft.com/office/drawing/2014/main" id="{47DF6157-CB06-4746-9784-43F69B171F81}"/>
              </a:ext>
            </a:extLst>
          </p:cNvPr>
          <p:cNvSpPr>
            <a:spLocks xmlns:a="http://schemas.openxmlformats.org/drawingml/2006/main" noGrp="1"/>
          </p:cNvSpPr>
          <p:nvPr/>
        </p:nvSpPr>
        <p:spPr>
          <a:xfrm xmlns:a="http://schemas.openxmlformats.org/drawingml/2006/main">
            <a:off x="477316"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Oval 65">
            <a:extLst xmlns:a="http://schemas.openxmlformats.org/drawingml/2006/main">
              <a:ext uri="{FF2B5EF4-FFF2-40B4-BE49-F238E27FC236}">
                <a16:creationId xmlns:a16="http://schemas.microsoft.com/office/drawing/2014/main" id="{843CE5CD-3F90-4A07-9EE3-A8DABB2F7147}"/>
              </a:ext>
            </a:extLst>
          </p:cNvPr>
          <p:cNvSpPr>
            <a:spLocks xmlns:a="http://schemas.openxmlformats.org/drawingml/2006/main" noGrp="1"/>
          </p:cNvSpPr>
          <p:nvPr/>
        </p:nvSpPr>
        <p:spPr>
          <a:xfrm xmlns:a="http://schemas.openxmlformats.org/drawingml/2006/main">
            <a:off x="596188"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Oval 66">
            <a:extLst xmlns:a="http://schemas.openxmlformats.org/drawingml/2006/main">
              <a:ext uri="{FF2B5EF4-FFF2-40B4-BE49-F238E27FC236}">
                <a16:creationId xmlns:a16="http://schemas.microsoft.com/office/drawing/2014/main" id="{4AF2F932-E264-4EE0-81FD-E4090E411257}"/>
              </a:ext>
            </a:extLst>
          </p:cNvPr>
          <p:cNvSpPr>
            <a:spLocks xmlns:a="http://schemas.openxmlformats.org/drawingml/2006/main" noGrp="1"/>
          </p:cNvSpPr>
          <p:nvPr/>
        </p:nvSpPr>
        <p:spPr>
          <a:xfrm xmlns:a="http://schemas.openxmlformats.org/drawingml/2006/main">
            <a:off x="715060"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Oval 67">
            <a:extLst xmlns:a="http://schemas.openxmlformats.org/drawingml/2006/main">
              <a:ext uri="{FF2B5EF4-FFF2-40B4-BE49-F238E27FC236}">
                <a16:creationId xmlns:a16="http://schemas.microsoft.com/office/drawing/2014/main" id="{B0F9A42A-68A2-44E6-B433-805688AA0741}"/>
              </a:ext>
            </a:extLst>
          </p:cNvPr>
          <p:cNvSpPr>
            <a:spLocks xmlns:a="http://schemas.openxmlformats.org/drawingml/2006/main" noGrp="1"/>
          </p:cNvSpPr>
          <p:nvPr/>
        </p:nvSpPr>
        <p:spPr>
          <a:xfrm xmlns:a="http://schemas.openxmlformats.org/drawingml/2006/main">
            <a:off x="833932"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Oval 68">
            <a:extLst xmlns:a="http://schemas.openxmlformats.org/drawingml/2006/main">
              <a:ext uri="{FF2B5EF4-FFF2-40B4-BE49-F238E27FC236}">
                <a16:creationId xmlns:a16="http://schemas.microsoft.com/office/drawing/2014/main" id="{9B3693D9-1E86-4460-A976-00F794862D3A}"/>
              </a:ext>
            </a:extLst>
          </p:cNvPr>
          <p:cNvSpPr>
            <a:spLocks xmlns:a="http://schemas.openxmlformats.org/drawingml/2006/main" noGrp="1"/>
          </p:cNvSpPr>
          <p:nvPr/>
        </p:nvSpPr>
        <p:spPr>
          <a:xfrm xmlns:a="http://schemas.openxmlformats.org/drawingml/2006/main">
            <a:off x="952804"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Oval 69">
            <a:extLst xmlns:a="http://schemas.openxmlformats.org/drawingml/2006/main">
              <a:ext uri="{FF2B5EF4-FFF2-40B4-BE49-F238E27FC236}">
                <a16:creationId xmlns:a16="http://schemas.microsoft.com/office/drawing/2014/main" id="{6E647349-2D8D-4BEB-B290-68242D3F3FE1}"/>
              </a:ext>
            </a:extLst>
          </p:cNvPr>
          <p:cNvSpPr>
            <a:spLocks xmlns:a="http://schemas.openxmlformats.org/drawingml/2006/main" noGrp="1"/>
          </p:cNvSpPr>
          <p:nvPr/>
        </p:nvSpPr>
        <p:spPr>
          <a:xfrm xmlns:a="http://schemas.openxmlformats.org/drawingml/2006/main">
            <a:off x="1071676"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Oval 70">
            <a:extLst xmlns:a="http://schemas.openxmlformats.org/drawingml/2006/main">
              <a:ext uri="{FF2B5EF4-FFF2-40B4-BE49-F238E27FC236}">
                <a16:creationId xmlns:a16="http://schemas.microsoft.com/office/drawing/2014/main" id="{1B3BE540-20EB-497E-927E-1FF0FDDAC403}"/>
              </a:ext>
            </a:extLst>
          </p:cNvPr>
          <p:cNvSpPr>
            <a:spLocks xmlns:a="http://schemas.openxmlformats.org/drawingml/2006/main" noGrp="1"/>
          </p:cNvSpPr>
          <p:nvPr/>
        </p:nvSpPr>
        <p:spPr>
          <a:xfrm xmlns:a="http://schemas.openxmlformats.org/drawingml/2006/main">
            <a:off x="1190548"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Oval 71">
            <a:extLst xmlns:a="http://schemas.openxmlformats.org/drawingml/2006/main">
              <a:ext uri="{FF2B5EF4-FFF2-40B4-BE49-F238E27FC236}">
                <a16:creationId xmlns:a16="http://schemas.microsoft.com/office/drawing/2014/main" id="{9CE9E9C2-AA3D-41BC-8468-12B4008D648D}"/>
              </a:ext>
            </a:extLst>
          </p:cNvPr>
          <p:cNvSpPr>
            <a:spLocks xmlns:a="http://schemas.openxmlformats.org/drawingml/2006/main" noGrp="1"/>
          </p:cNvSpPr>
          <p:nvPr/>
        </p:nvSpPr>
        <p:spPr>
          <a:xfrm xmlns:a="http://schemas.openxmlformats.org/drawingml/2006/main">
            <a:off x="1309420"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Oval 72">
            <a:extLst xmlns:a="http://schemas.openxmlformats.org/drawingml/2006/main">
              <a:ext uri="{FF2B5EF4-FFF2-40B4-BE49-F238E27FC236}">
                <a16:creationId xmlns:a16="http://schemas.microsoft.com/office/drawing/2014/main" id="{40F3DA12-9704-447B-932E-8C2427B4C281}"/>
              </a:ext>
            </a:extLst>
          </p:cNvPr>
          <p:cNvSpPr>
            <a:spLocks xmlns:a="http://schemas.openxmlformats.org/drawingml/2006/main" noGrp="1"/>
          </p:cNvSpPr>
          <p:nvPr/>
        </p:nvSpPr>
        <p:spPr>
          <a:xfrm xmlns:a="http://schemas.openxmlformats.org/drawingml/2006/main">
            <a:off x="1428292" y="715060"/>
            <a:ext cx="32918" cy="32918"/>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Oval 73">
            <a:extLst xmlns:a="http://schemas.openxmlformats.org/drawingml/2006/main">
              <a:ext uri="{FF2B5EF4-FFF2-40B4-BE49-F238E27FC236}">
                <a16:creationId xmlns:a16="http://schemas.microsoft.com/office/drawing/2014/main" id="{197DF63D-FF00-4E16-9E4F-AA60272FC17E}"/>
              </a:ext>
            </a:extLst>
          </p:cNvPr>
          <p:cNvSpPr>
            <a:spLocks xmlns:a="http://schemas.openxmlformats.org/drawingml/2006/main" noGrp="1"/>
          </p:cNvSpPr>
          <p:nvPr/>
        </p:nvSpPr>
        <p:spPr>
          <a:xfrm xmlns:a="http://schemas.openxmlformats.org/drawingml/2006/main">
            <a:off x="11003889"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Oval 74">
            <a:extLst xmlns:a="http://schemas.openxmlformats.org/drawingml/2006/main">
              <a:ext uri="{FF2B5EF4-FFF2-40B4-BE49-F238E27FC236}">
                <a16:creationId xmlns:a16="http://schemas.microsoft.com/office/drawing/2014/main" id="{E68299BC-7C3A-46C7-82D9-5F7493DA92A1}"/>
              </a:ext>
            </a:extLst>
          </p:cNvPr>
          <p:cNvSpPr>
            <a:spLocks xmlns:a="http://schemas.openxmlformats.org/drawingml/2006/main" noGrp="1"/>
          </p:cNvSpPr>
          <p:nvPr/>
        </p:nvSpPr>
        <p:spPr>
          <a:xfrm xmlns:a="http://schemas.openxmlformats.org/drawingml/2006/main">
            <a:off x="11113617"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Oval 75">
            <a:extLst xmlns:a="http://schemas.openxmlformats.org/drawingml/2006/main">
              <a:ext uri="{FF2B5EF4-FFF2-40B4-BE49-F238E27FC236}">
                <a16:creationId xmlns:a16="http://schemas.microsoft.com/office/drawing/2014/main" id="{1205AE50-6220-405A-A7BA-797CA4F28F83}"/>
              </a:ext>
            </a:extLst>
          </p:cNvPr>
          <p:cNvSpPr>
            <a:spLocks xmlns:a="http://schemas.openxmlformats.org/drawingml/2006/main" noGrp="1"/>
          </p:cNvSpPr>
          <p:nvPr/>
        </p:nvSpPr>
        <p:spPr>
          <a:xfrm xmlns:a="http://schemas.openxmlformats.org/drawingml/2006/main">
            <a:off x="11223345"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Oval 76">
            <a:extLst xmlns:a="http://schemas.openxmlformats.org/drawingml/2006/main">
              <a:ext uri="{FF2B5EF4-FFF2-40B4-BE49-F238E27FC236}">
                <a16:creationId xmlns:a16="http://schemas.microsoft.com/office/drawing/2014/main" id="{1CE57B86-7539-4752-AAD3-A87E855961A2}"/>
              </a:ext>
            </a:extLst>
          </p:cNvPr>
          <p:cNvSpPr>
            <a:spLocks xmlns:a="http://schemas.openxmlformats.org/drawingml/2006/main" noGrp="1"/>
          </p:cNvSpPr>
          <p:nvPr/>
        </p:nvSpPr>
        <p:spPr>
          <a:xfrm xmlns:a="http://schemas.openxmlformats.org/drawingml/2006/main">
            <a:off x="11333073"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Oval 77">
            <a:extLst xmlns:a="http://schemas.openxmlformats.org/drawingml/2006/main">
              <a:ext uri="{FF2B5EF4-FFF2-40B4-BE49-F238E27FC236}">
                <a16:creationId xmlns:a16="http://schemas.microsoft.com/office/drawing/2014/main" id="{8482EFB2-649C-4DA6-92F8-25DC70B0CFC4}"/>
              </a:ext>
            </a:extLst>
          </p:cNvPr>
          <p:cNvSpPr>
            <a:spLocks xmlns:a="http://schemas.openxmlformats.org/drawingml/2006/main" noGrp="1"/>
          </p:cNvSpPr>
          <p:nvPr/>
        </p:nvSpPr>
        <p:spPr>
          <a:xfrm xmlns:a="http://schemas.openxmlformats.org/drawingml/2006/main">
            <a:off x="11442801"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Oval 78">
            <a:extLst xmlns:a="http://schemas.openxmlformats.org/drawingml/2006/main">
              <a:ext uri="{FF2B5EF4-FFF2-40B4-BE49-F238E27FC236}">
                <a16:creationId xmlns:a16="http://schemas.microsoft.com/office/drawing/2014/main" id="{E12C6D0D-BE16-4D7D-811B-FA3C3316E121}"/>
              </a:ext>
            </a:extLst>
          </p:cNvPr>
          <p:cNvSpPr>
            <a:spLocks xmlns:a="http://schemas.openxmlformats.org/drawingml/2006/main" noGrp="1"/>
          </p:cNvSpPr>
          <p:nvPr/>
        </p:nvSpPr>
        <p:spPr>
          <a:xfrm xmlns:a="http://schemas.openxmlformats.org/drawingml/2006/main">
            <a:off x="11552529"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Oval 79">
            <a:extLst xmlns:a="http://schemas.openxmlformats.org/drawingml/2006/main">
              <a:ext uri="{FF2B5EF4-FFF2-40B4-BE49-F238E27FC236}">
                <a16:creationId xmlns:a16="http://schemas.microsoft.com/office/drawing/2014/main" id="{BFC176D6-48DA-4E61-BA2B-533B9ABCB260}"/>
              </a:ext>
            </a:extLst>
          </p:cNvPr>
          <p:cNvSpPr>
            <a:spLocks xmlns:a="http://schemas.openxmlformats.org/drawingml/2006/main" noGrp="1"/>
          </p:cNvSpPr>
          <p:nvPr/>
        </p:nvSpPr>
        <p:spPr>
          <a:xfrm xmlns:a="http://schemas.openxmlformats.org/drawingml/2006/main">
            <a:off x="11662257"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Oval 80">
            <a:extLst xmlns:a="http://schemas.openxmlformats.org/drawingml/2006/main">
              <a:ext uri="{FF2B5EF4-FFF2-40B4-BE49-F238E27FC236}">
                <a16:creationId xmlns:a16="http://schemas.microsoft.com/office/drawing/2014/main" id="{160709FC-5436-4AD5-935A-5525C26CED34}"/>
              </a:ext>
            </a:extLst>
          </p:cNvPr>
          <p:cNvSpPr>
            <a:spLocks xmlns:a="http://schemas.openxmlformats.org/drawingml/2006/main" noGrp="1"/>
          </p:cNvSpPr>
          <p:nvPr/>
        </p:nvSpPr>
        <p:spPr>
          <a:xfrm xmlns:a="http://schemas.openxmlformats.org/drawingml/2006/main">
            <a:off x="11771985"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Oval 81">
            <a:extLst xmlns:a="http://schemas.openxmlformats.org/drawingml/2006/main">
              <a:ext uri="{FF2B5EF4-FFF2-40B4-BE49-F238E27FC236}">
                <a16:creationId xmlns:a16="http://schemas.microsoft.com/office/drawing/2014/main" id="{E3629B00-FEE5-4382-8257-DDF8A142D6B9}"/>
              </a:ext>
            </a:extLst>
          </p:cNvPr>
          <p:cNvSpPr>
            <a:spLocks xmlns:a="http://schemas.openxmlformats.org/drawingml/2006/main" noGrp="1"/>
          </p:cNvSpPr>
          <p:nvPr/>
        </p:nvSpPr>
        <p:spPr>
          <a:xfrm xmlns:a="http://schemas.openxmlformats.org/drawingml/2006/main">
            <a:off x="11881713" y="474024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Oval 82">
            <a:extLst xmlns:a="http://schemas.openxmlformats.org/drawingml/2006/main">
              <a:ext uri="{FF2B5EF4-FFF2-40B4-BE49-F238E27FC236}">
                <a16:creationId xmlns:a16="http://schemas.microsoft.com/office/drawing/2014/main" id="{F3ABE733-B8DB-4DDE-BCC4-0276581CD38B}"/>
              </a:ext>
            </a:extLst>
          </p:cNvPr>
          <p:cNvSpPr>
            <a:spLocks xmlns:a="http://schemas.openxmlformats.org/drawingml/2006/main" noGrp="1"/>
          </p:cNvSpPr>
          <p:nvPr/>
        </p:nvSpPr>
        <p:spPr>
          <a:xfrm xmlns:a="http://schemas.openxmlformats.org/drawingml/2006/main">
            <a:off x="11003889"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Oval 83">
            <a:extLst xmlns:a="http://schemas.openxmlformats.org/drawingml/2006/main">
              <a:ext uri="{FF2B5EF4-FFF2-40B4-BE49-F238E27FC236}">
                <a16:creationId xmlns:a16="http://schemas.microsoft.com/office/drawing/2014/main" id="{933DE847-BB85-45F6-93EC-C8234DD99890}"/>
              </a:ext>
            </a:extLst>
          </p:cNvPr>
          <p:cNvSpPr>
            <a:spLocks xmlns:a="http://schemas.openxmlformats.org/drawingml/2006/main" noGrp="1"/>
          </p:cNvSpPr>
          <p:nvPr/>
        </p:nvSpPr>
        <p:spPr>
          <a:xfrm xmlns:a="http://schemas.openxmlformats.org/drawingml/2006/main">
            <a:off x="11113617"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Oval 84">
            <a:extLst xmlns:a="http://schemas.openxmlformats.org/drawingml/2006/main">
              <a:ext uri="{FF2B5EF4-FFF2-40B4-BE49-F238E27FC236}">
                <a16:creationId xmlns:a16="http://schemas.microsoft.com/office/drawing/2014/main" id="{E39C11CF-928B-4F2E-B954-4F8AC7A827D2}"/>
              </a:ext>
            </a:extLst>
          </p:cNvPr>
          <p:cNvSpPr>
            <a:spLocks xmlns:a="http://schemas.openxmlformats.org/drawingml/2006/main" noGrp="1"/>
          </p:cNvSpPr>
          <p:nvPr/>
        </p:nvSpPr>
        <p:spPr>
          <a:xfrm xmlns:a="http://schemas.openxmlformats.org/drawingml/2006/main">
            <a:off x="11223345"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Oval 85">
            <a:extLst xmlns:a="http://schemas.openxmlformats.org/drawingml/2006/main">
              <a:ext uri="{FF2B5EF4-FFF2-40B4-BE49-F238E27FC236}">
                <a16:creationId xmlns:a16="http://schemas.microsoft.com/office/drawing/2014/main" id="{47E69115-6F80-4A07-8E1F-C3B28A20D6ED}"/>
              </a:ext>
            </a:extLst>
          </p:cNvPr>
          <p:cNvSpPr>
            <a:spLocks xmlns:a="http://schemas.openxmlformats.org/drawingml/2006/main" noGrp="1"/>
          </p:cNvSpPr>
          <p:nvPr/>
        </p:nvSpPr>
        <p:spPr>
          <a:xfrm xmlns:a="http://schemas.openxmlformats.org/drawingml/2006/main">
            <a:off x="11333073"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Oval 86">
            <a:extLst xmlns:a="http://schemas.openxmlformats.org/drawingml/2006/main">
              <a:ext uri="{FF2B5EF4-FFF2-40B4-BE49-F238E27FC236}">
                <a16:creationId xmlns:a16="http://schemas.microsoft.com/office/drawing/2014/main" id="{4713922F-366E-48C7-AD63-943BA2FC1882}"/>
              </a:ext>
            </a:extLst>
          </p:cNvPr>
          <p:cNvSpPr>
            <a:spLocks xmlns:a="http://schemas.openxmlformats.org/drawingml/2006/main" noGrp="1"/>
          </p:cNvSpPr>
          <p:nvPr/>
        </p:nvSpPr>
        <p:spPr>
          <a:xfrm xmlns:a="http://schemas.openxmlformats.org/drawingml/2006/main">
            <a:off x="11442801"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Oval 87">
            <a:extLst xmlns:a="http://schemas.openxmlformats.org/drawingml/2006/main">
              <a:ext uri="{FF2B5EF4-FFF2-40B4-BE49-F238E27FC236}">
                <a16:creationId xmlns:a16="http://schemas.microsoft.com/office/drawing/2014/main" id="{EDD833AE-5B2F-4433-BF57-9C8FD01B820C}"/>
              </a:ext>
            </a:extLst>
          </p:cNvPr>
          <p:cNvSpPr>
            <a:spLocks xmlns:a="http://schemas.openxmlformats.org/drawingml/2006/main" noGrp="1"/>
          </p:cNvSpPr>
          <p:nvPr/>
        </p:nvSpPr>
        <p:spPr>
          <a:xfrm xmlns:a="http://schemas.openxmlformats.org/drawingml/2006/main">
            <a:off x="11552529"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Oval 88">
            <a:extLst xmlns:a="http://schemas.openxmlformats.org/drawingml/2006/main">
              <a:ext uri="{FF2B5EF4-FFF2-40B4-BE49-F238E27FC236}">
                <a16:creationId xmlns:a16="http://schemas.microsoft.com/office/drawing/2014/main" id="{BCD25A5B-453C-40E8-A03E-2D25AE0AF07F}"/>
              </a:ext>
            </a:extLst>
          </p:cNvPr>
          <p:cNvSpPr>
            <a:spLocks xmlns:a="http://schemas.openxmlformats.org/drawingml/2006/main" noGrp="1"/>
          </p:cNvSpPr>
          <p:nvPr/>
        </p:nvSpPr>
        <p:spPr>
          <a:xfrm xmlns:a="http://schemas.openxmlformats.org/drawingml/2006/main">
            <a:off x="11662257"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Oval 89">
            <a:extLst xmlns:a="http://schemas.openxmlformats.org/drawingml/2006/main">
              <a:ext uri="{FF2B5EF4-FFF2-40B4-BE49-F238E27FC236}">
                <a16:creationId xmlns:a16="http://schemas.microsoft.com/office/drawing/2014/main" id="{ACCE2938-7B17-4ECF-8FB0-057ED91E18CE}"/>
              </a:ext>
            </a:extLst>
          </p:cNvPr>
          <p:cNvSpPr>
            <a:spLocks xmlns:a="http://schemas.openxmlformats.org/drawingml/2006/main" noGrp="1"/>
          </p:cNvSpPr>
          <p:nvPr/>
        </p:nvSpPr>
        <p:spPr>
          <a:xfrm xmlns:a="http://schemas.openxmlformats.org/drawingml/2006/main">
            <a:off x="11771985"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Oval 90">
            <a:extLst xmlns:a="http://schemas.openxmlformats.org/drawingml/2006/main">
              <a:ext uri="{FF2B5EF4-FFF2-40B4-BE49-F238E27FC236}">
                <a16:creationId xmlns:a16="http://schemas.microsoft.com/office/drawing/2014/main" id="{C8C34BFE-518E-4F4B-85E5-D7F3D9E5A5BE}"/>
              </a:ext>
            </a:extLst>
          </p:cNvPr>
          <p:cNvSpPr>
            <a:spLocks xmlns:a="http://schemas.openxmlformats.org/drawingml/2006/main" noGrp="1"/>
          </p:cNvSpPr>
          <p:nvPr/>
        </p:nvSpPr>
        <p:spPr>
          <a:xfrm xmlns:a="http://schemas.openxmlformats.org/drawingml/2006/main">
            <a:off x="11881713" y="484997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Oval 91">
            <a:extLst xmlns:a="http://schemas.openxmlformats.org/drawingml/2006/main">
              <a:ext uri="{FF2B5EF4-FFF2-40B4-BE49-F238E27FC236}">
                <a16:creationId xmlns:a16="http://schemas.microsoft.com/office/drawing/2014/main" id="{9016540A-3256-472B-9A5C-B5F781AFF6A8}"/>
              </a:ext>
            </a:extLst>
          </p:cNvPr>
          <p:cNvSpPr>
            <a:spLocks xmlns:a="http://schemas.openxmlformats.org/drawingml/2006/main" noGrp="1"/>
          </p:cNvSpPr>
          <p:nvPr/>
        </p:nvSpPr>
        <p:spPr>
          <a:xfrm xmlns:a="http://schemas.openxmlformats.org/drawingml/2006/main">
            <a:off x="11003889"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3" name="Oval 92">
            <a:extLst xmlns:a="http://schemas.openxmlformats.org/drawingml/2006/main">
              <a:ext uri="{FF2B5EF4-FFF2-40B4-BE49-F238E27FC236}">
                <a16:creationId xmlns:a16="http://schemas.microsoft.com/office/drawing/2014/main" id="{0934BFD8-4769-4B13-AF08-11ED68E17BBC}"/>
              </a:ext>
            </a:extLst>
          </p:cNvPr>
          <p:cNvSpPr>
            <a:spLocks xmlns:a="http://schemas.openxmlformats.org/drawingml/2006/main" noGrp="1"/>
          </p:cNvSpPr>
          <p:nvPr/>
        </p:nvSpPr>
        <p:spPr>
          <a:xfrm xmlns:a="http://schemas.openxmlformats.org/drawingml/2006/main">
            <a:off x="11113617"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4" name="Oval 93">
            <a:extLst xmlns:a="http://schemas.openxmlformats.org/drawingml/2006/main">
              <a:ext uri="{FF2B5EF4-FFF2-40B4-BE49-F238E27FC236}">
                <a16:creationId xmlns:a16="http://schemas.microsoft.com/office/drawing/2014/main" id="{B1061CC6-CB3E-4350-AA80-FB36130AF5D1}"/>
              </a:ext>
            </a:extLst>
          </p:cNvPr>
          <p:cNvSpPr>
            <a:spLocks xmlns:a="http://schemas.openxmlformats.org/drawingml/2006/main" noGrp="1"/>
          </p:cNvSpPr>
          <p:nvPr/>
        </p:nvSpPr>
        <p:spPr>
          <a:xfrm xmlns:a="http://schemas.openxmlformats.org/drawingml/2006/main">
            <a:off x="11223345"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5" name="Oval 94">
            <a:extLst xmlns:a="http://schemas.openxmlformats.org/drawingml/2006/main">
              <a:ext uri="{FF2B5EF4-FFF2-40B4-BE49-F238E27FC236}">
                <a16:creationId xmlns:a16="http://schemas.microsoft.com/office/drawing/2014/main" id="{7DED6BF6-9F3B-4127-B159-154222C775A4}"/>
              </a:ext>
            </a:extLst>
          </p:cNvPr>
          <p:cNvSpPr>
            <a:spLocks xmlns:a="http://schemas.openxmlformats.org/drawingml/2006/main" noGrp="1"/>
          </p:cNvSpPr>
          <p:nvPr/>
        </p:nvSpPr>
        <p:spPr>
          <a:xfrm xmlns:a="http://schemas.openxmlformats.org/drawingml/2006/main">
            <a:off x="11333073"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6" name="Oval 95">
            <a:extLst xmlns:a="http://schemas.openxmlformats.org/drawingml/2006/main">
              <a:ext uri="{FF2B5EF4-FFF2-40B4-BE49-F238E27FC236}">
                <a16:creationId xmlns:a16="http://schemas.microsoft.com/office/drawing/2014/main" id="{156D3DA9-20EE-49AB-AC45-13E599A46803}"/>
              </a:ext>
            </a:extLst>
          </p:cNvPr>
          <p:cNvSpPr>
            <a:spLocks xmlns:a="http://schemas.openxmlformats.org/drawingml/2006/main" noGrp="1"/>
          </p:cNvSpPr>
          <p:nvPr/>
        </p:nvSpPr>
        <p:spPr>
          <a:xfrm xmlns:a="http://schemas.openxmlformats.org/drawingml/2006/main">
            <a:off x="11442801"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7" name="Oval 96">
            <a:extLst xmlns:a="http://schemas.openxmlformats.org/drawingml/2006/main">
              <a:ext uri="{FF2B5EF4-FFF2-40B4-BE49-F238E27FC236}">
                <a16:creationId xmlns:a16="http://schemas.microsoft.com/office/drawing/2014/main" id="{DD5F60AC-EFEF-4B94-B82E-27785AE44E8B}"/>
              </a:ext>
            </a:extLst>
          </p:cNvPr>
          <p:cNvSpPr>
            <a:spLocks xmlns:a="http://schemas.openxmlformats.org/drawingml/2006/main" noGrp="1"/>
          </p:cNvSpPr>
          <p:nvPr/>
        </p:nvSpPr>
        <p:spPr>
          <a:xfrm xmlns:a="http://schemas.openxmlformats.org/drawingml/2006/main">
            <a:off x="11552529"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8" name="Oval 97">
            <a:extLst xmlns:a="http://schemas.openxmlformats.org/drawingml/2006/main">
              <a:ext uri="{FF2B5EF4-FFF2-40B4-BE49-F238E27FC236}">
                <a16:creationId xmlns:a16="http://schemas.microsoft.com/office/drawing/2014/main" id="{4736582B-08DA-4702-856E-3BA389724A1D}"/>
              </a:ext>
            </a:extLst>
          </p:cNvPr>
          <p:cNvSpPr>
            <a:spLocks xmlns:a="http://schemas.openxmlformats.org/drawingml/2006/main" noGrp="1"/>
          </p:cNvSpPr>
          <p:nvPr/>
        </p:nvSpPr>
        <p:spPr>
          <a:xfrm xmlns:a="http://schemas.openxmlformats.org/drawingml/2006/main">
            <a:off x="11662257"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9" name="Oval 98">
            <a:extLst xmlns:a="http://schemas.openxmlformats.org/drawingml/2006/main">
              <a:ext uri="{FF2B5EF4-FFF2-40B4-BE49-F238E27FC236}">
                <a16:creationId xmlns:a16="http://schemas.microsoft.com/office/drawing/2014/main" id="{BAB344A1-439B-4BD2-B159-E8BAC2A256A0}"/>
              </a:ext>
            </a:extLst>
          </p:cNvPr>
          <p:cNvSpPr>
            <a:spLocks xmlns:a="http://schemas.openxmlformats.org/drawingml/2006/main" noGrp="1"/>
          </p:cNvSpPr>
          <p:nvPr/>
        </p:nvSpPr>
        <p:spPr>
          <a:xfrm xmlns:a="http://schemas.openxmlformats.org/drawingml/2006/main">
            <a:off x="11771985"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 name="Oval 99">
            <a:extLst xmlns:a="http://schemas.openxmlformats.org/drawingml/2006/main">
              <a:ext uri="{FF2B5EF4-FFF2-40B4-BE49-F238E27FC236}">
                <a16:creationId xmlns:a16="http://schemas.microsoft.com/office/drawing/2014/main" id="{31752AC3-7166-4D9F-9B54-BCBD2BA50B84}"/>
              </a:ext>
            </a:extLst>
          </p:cNvPr>
          <p:cNvSpPr>
            <a:spLocks xmlns:a="http://schemas.openxmlformats.org/drawingml/2006/main" noGrp="1"/>
          </p:cNvSpPr>
          <p:nvPr/>
        </p:nvSpPr>
        <p:spPr>
          <a:xfrm xmlns:a="http://schemas.openxmlformats.org/drawingml/2006/main">
            <a:off x="11881713" y="4959705"/>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1" name="Oval 100">
            <a:extLst xmlns:a="http://schemas.openxmlformats.org/drawingml/2006/main">
              <a:ext uri="{FF2B5EF4-FFF2-40B4-BE49-F238E27FC236}">
                <a16:creationId xmlns:a16="http://schemas.microsoft.com/office/drawing/2014/main" id="{775881B8-F9C4-44B9-9F12-90CE3709656C}"/>
              </a:ext>
            </a:extLst>
          </p:cNvPr>
          <p:cNvSpPr>
            <a:spLocks xmlns:a="http://schemas.openxmlformats.org/drawingml/2006/main" noGrp="1"/>
          </p:cNvSpPr>
          <p:nvPr/>
        </p:nvSpPr>
        <p:spPr>
          <a:xfrm xmlns:a="http://schemas.openxmlformats.org/drawingml/2006/main">
            <a:off x="11003889"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2" name="Oval 101">
            <a:extLst xmlns:a="http://schemas.openxmlformats.org/drawingml/2006/main">
              <a:ext uri="{FF2B5EF4-FFF2-40B4-BE49-F238E27FC236}">
                <a16:creationId xmlns:a16="http://schemas.microsoft.com/office/drawing/2014/main" id="{F96446E4-FA57-465D-898D-3CB1C8D2DDA7}"/>
              </a:ext>
            </a:extLst>
          </p:cNvPr>
          <p:cNvSpPr>
            <a:spLocks xmlns:a="http://schemas.openxmlformats.org/drawingml/2006/main" noGrp="1"/>
          </p:cNvSpPr>
          <p:nvPr/>
        </p:nvSpPr>
        <p:spPr>
          <a:xfrm xmlns:a="http://schemas.openxmlformats.org/drawingml/2006/main">
            <a:off x="11113617"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3" name="Oval 102">
            <a:extLst xmlns:a="http://schemas.openxmlformats.org/drawingml/2006/main">
              <a:ext uri="{FF2B5EF4-FFF2-40B4-BE49-F238E27FC236}">
                <a16:creationId xmlns:a16="http://schemas.microsoft.com/office/drawing/2014/main" id="{B95D46C5-F9A3-4C9C-B305-5013D9581161}"/>
              </a:ext>
            </a:extLst>
          </p:cNvPr>
          <p:cNvSpPr>
            <a:spLocks xmlns:a="http://schemas.openxmlformats.org/drawingml/2006/main" noGrp="1"/>
          </p:cNvSpPr>
          <p:nvPr/>
        </p:nvSpPr>
        <p:spPr>
          <a:xfrm xmlns:a="http://schemas.openxmlformats.org/drawingml/2006/main">
            <a:off x="11223345"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 name="Oval 103">
            <a:extLst xmlns:a="http://schemas.openxmlformats.org/drawingml/2006/main">
              <a:ext uri="{FF2B5EF4-FFF2-40B4-BE49-F238E27FC236}">
                <a16:creationId xmlns:a16="http://schemas.microsoft.com/office/drawing/2014/main" id="{8ACB94B6-7D0A-44AB-82D3-13520F8B6F33}"/>
              </a:ext>
            </a:extLst>
          </p:cNvPr>
          <p:cNvSpPr>
            <a:spLocks xmlns:a="http://schemas.openxmlformats.org/drawingml/2006/main" noGrp="1"/>
          </p:cNvSpPr>
          <p:nvPr/>
        </p:nvSpPr>
        <p:spPr>
          <a:xfrm xmlns:a="http://schemas.openxmlformats.org/drawingml/2006/main">
            <a:off x="11333073"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Oval 104">
            <a:extLst xmlns:a="http://schemas.openxmlformats.org/drawingml/2006/main">
              <a:ext uri="{FF2B5EF4-FFF2-40B4-BE49-F238E27FC236}">
                <a16:creationId xmlns:a16="http://schemas.microsoft.com/office/drawing/2014/main" id="{3F89CEBD-6FEE-4BC6-B759-B5BAEF1F82D3}"/>
              </a:ext>
            </a:extLst>
          </p:cNvPr>
          <p:cNvSpPr>
            <a:spLocks xmlns:a="http://schemas.openxmlformats.org/drawingml/2006/main" noGrp="1"/>
          </p:cNvSpPr>
          <p:nvPr/>
        </p:nvSpPr>
        <p:spPr>
          <a:xfrm xmlns:a="http://schemas.openxmlformats.org/drawingml/2006/main">
            <a:off x="11442801"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 name="Oval 105">
            <a:extLst xmlns:a="http://schemas.openxmlformats.org/drawingml/2006/main">
              <a:ext uri="{FF2B5EF4-FFF2-40B4-BE49-F238E27FC236}">
                <a16:creationId xmlns:a16="http://schemas.microsoft.com/office/drawing/2014/main" id="{07BD8640-5B5D-4257-9199-62064B3A7F31}"/>
              </a:ext>
            </a:extLst>
          </p:cNvPr>
          <p:cNvSpPr>
            <a:spLocks xmlns:a="http://schemas.openxmlformats.org/drawingml/2006/main" noGrp="1"/>
          </p:cNvSpPr>
          <p:nvPr/>
        </p:nvSpPr>
        <p:spPr>
          <a:xfrm xmlns:a="http://schemas.openxmlformats.org/drawingml/2006/main">
            <a:off x="11552529"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 name="Oval 106">
            <a:extLst xmlns:a="http://schemas.openxmlformats.org/drawingml/2006/main">
              <a:ext uri="{FF2B5EF4-FFF2-40B4-BE49-F238E27FC236}">
                <a16:creationId xmlns:a16="http://schemas.microsoft.com/office/drawing/2014/main" id="{93B8725B-6A43-4E12-BB14-06D05667CA22}"/>
              </a:ext>
            </a:extLst>
          </p:cNvPr>
          <p:cNvSpPr>
            <a:spLocks xmlns:a="http://schemas.openxmlformats.org/drawingml/2006/main" noGrp="1"/>
          </p:cNvSpPr>
          <p:nvPr/>
        </p:nvSpPr>
        <p:spPr>
          <a:xfrm xmlns:a="http://schemas.openxmlformats.org/drawingml/2006/main">
            <a:off x="11662257"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 name="Oval 107">
            <a:extLst xmlns:a="http://schemas.openxmlformats.org/drawingml/2006/main">
              <a:ext uri="{FF2B5EF4-FFF2-40B4-BE49-F238E27FC236}">
                <a16:creationId xmlns:a16="http://schemas.microsoft.com/office/drawing/2014/main" id="{84C7E0A8-C0D6-4081-A8D5-B53C0FA20731}"/>
              </a:ext>
            </a:extLst>
          </p:cNvPr>
          <p:cNvSpPr>
            <a:spLocks xmlns:a="http://schemas.openxmlformats.org/drawingml/2006/main" noGrp="1"/>
          </p:cNvSpPr>
          <p:nvPr/>
        </p:nvSpPr>
        <p:spPr>
          <a:xfrm xmlns:a="http://schemas.openxmlformats.org/drawingml/2006/main">
            <a:off x="11771985"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 name="Oval 108">
            <a:extLst xmlns:a="http://schemas.openxmlformats.org/drawingml/2006/main">
              <a:ext uri="{FF2B5EF4-FFF2-40B4-BE49-F238E27FC236}">
                <a16:creationId xmlns:a16="http://schemas.microsoft.com/office/drawing/2014/main" id="{F0CD7E6E-B50E-4FF5-97ED-357DD80A33D2}"/>
              </a:ext>
            </a:extLst>
          </p:cNvPr>
          <p:cNvSpPr>
            <a:spLocks xmlns:a="http://schemas.openxmlformats.org/drawingml/2006/main" noGrp="1"/>
          </p:cNvSpPr>
          <p:nvPr/>
        </p:nvSpPr>
        <p:spPr>
          <a:xfrm xmlns:a="http://schemas.openxmlformats.org/drawingml/2006/main">
            <a:off x="11881713" y="5069433"/>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0" name="Oval 109">
            <a:extLst xmlns:a="http://schemas.openxmlformats.org/drawingml/2006/main">
              <a:ext uri="{FF2B5EF4-FFF2-40B4-BE49-F238E27FC236}">
                <a16:creationId xmlns:a16="http://schemas.microsoft.com/office/drawing/2014/main" id="{F3B2352D-9E5B-419C-B6FE-0DF1B9D0DE07}"/>
              </a:ext>
            </a:extLst>
          </p:cNvPr>
          <p:cNvSpPr>
            <a:spLocks xmlns:a="http://schemas.openxmlformats.org/drawingml/2006/main" noGrp="1"/>
          </p:cNvSpPr>
          <p:nvPr/>
        </p:nvSpPr>
        <p:spPr>
          <a:xfrm xmlns:a="http://schemas.openxmlformats.org/drawingml/2006/main">
            <a:off x="11003889"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 name="Oval 110">
            <a:extLst xmlns:a="http://schemas.openxmlformats.org/drawingml/2006/main">
              <a:ext uri="{FF2B5EF4-FFF2-40B4-BE49-F238E27FC236}">
                <a16:creationId xmlns:a16="http://schemas.microsoft.com/office/drawing/2014/main" id="{C7A0DF60-1F3F-4154-B338-3D1BCF621E2F}"/>
              </a:ext>
            </a:extLst>
          </p:cNvPr>
          <p:cNvSpPr>
            <a:spLocks xmlns:a="http://schemas.openxmlformats.org/drawingml/2006/main" noGrp="1"/>
          </p:cNvSpPr>
          <p:nvPr/>
        </p:nvSpPr>
        <p:spPr>
          <a:xfrm xmlns:a="http://schemas.openxmlformats.org/drawingml/2006/main">
            <a:off x="11113617"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2" name="Oval 111">
            <a:extLst xmlns:a="http://schemas.openxmlformats.org/drawingml/2006/main">
              <a:ext uri="{FF2B5EF4-FFF2-40B4-BE49-F238E27FC236}">
                <a16:creationId xmlns:a16="http://schemas.microsoft.com/office/drawing/2014/main" id="{6C8FBD95-0771-4CFB-8D93-3C32D9044B6F}"/>
              </a:ext>
            </a:extLst>
          </p:cNvPr>
          <p:cNvSpPr>
            <a:spLocks xmlns:a="http://schemas.openxmlformats.org/drawingml/2006/main" noGrp="1"/>
          </p:cNvSpPr>
          <p:nvPr/>
        </p:nvSpPr>
        <p:spPr>
          <a:xfrm xmlns:a="http://schemas.openxmlformats.org/drawingml/2006/main">
            <a:off x="11223345"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3" name="Oval 112">
            <a:extLst xmlns:a="http://schemas.openxmlformats.org/drawingml/2006/main">
              <a:ext uri="{FF2B5EF4-FFF2-40B4-BE49-F238E27FC236}">
                <a16:creationId xmlns:a16="http://schemas.microsoft.com/office/drawing/2014/main" id="{3159DCF6-916D-434F-A563-EE3A6F050383}"/>
              </a:ext>
            </a:extLst>
          </p:cNvPr>
          <p:cNvSpPr>
            <a:spLocks xmlns:a="http://schemas.openxmlformats.org/drawingml/2006/main" noGrp="1"/>
          </p:cNvSpPr>
          <p:nvPr/>
        </p:nvSpPr>
        <p:spPr>
          <a:xfrm xmlns:a="http://schemas.openxmlformats.org/drawingml/2006/main">
            <a:off x="11333073"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4" name="Oval 113">
            <a:extLst xmlns:a="http://schemas.openxmlformats.org/drawingml/2006/main">
              <a:ext uri="{FF2B5EF4-FFF2-40B4-BE49-F238E27FC236}">
                <a16:creationId xmlns:a16="http://schemas.microsoft.com/office/drawing/2014/main" id="{ABE40E5B-3C97-499F-B30D-4D7D7C8F6501}"/>
              </a:ext>
            </a:extLst>
          </p:cNvPr>
          <p:cNvSpPr>
            <a:spLocks xmlns:a="http://schemas.openxmlformats.org/drawingml/2006/main" noGrp="1"/>
          </p:cNvSpPr>
          <p:nvPr/>
        </p:nvSpPr>
        <p:spPr>
          <a:xfrm xmlns:a="http://schemas.openxmlformats.org/drawingml/2006/main">
            <a:off x="11442801"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5" name="Oval 114">
            <a:extLst xmlns:a="http://schemas.openxmlformats.org/drawingml/2006/main">
              <a:ext uri="{FF2B5EF4-FFF2-40B4-BE49-F238E27FC236}">
                <a16:creationId xmlns:a16="http://schemas.microsoft.com/office/drawing/2014/main" id="{7704FB83-BB22-4903-B6DA-9382DBAF502F}"/>
              </a:ext>
            </a:extLst>
          </p:cNvPr>
          <p:cNvSpPr>
            <a:spLocks xmlns:a="http://schemas.openxmlformats.org/drawingml/2006/main" noGrp="1"/>
          </p:cNvSpPr>
          <p:nvPr/>
        </p:nvSpPr>
        <p:spPr>
          <a:xfrm xmlns:a="http://schemas.openxmlformats.org/drawingml/2006/main">
            <a:off x="11552529"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6" name="Oval 115">
            <a:extLst xmlns:a="http://schemas.openxmlformats.org/drawingml/2006/main">
              <a:ext uri="{FF2B5EF4-FFF2-40B4-BE49-F238E27FC236}">
                <a16:creationId xmlns:a16="http://schemas.microsoft.com/office/drawing/2014/main" id="{8085C537-AD50-453A-BC42-EBB0EF23802D}"/>
              </a:ext>
            </a:extLst>
          </p:cNvPr>
          <p:cNvSpPr>
            <a:spLocks xmlns:a="http://schemas.openxmlformats.org/drawingml/2006/main" noGrp="1"/>
          </p:cNvSpPr>
          <p:nvPr/>
        </p:nvSpPr>
        <p:spPr>
          <a:xfrm xmlns:a="http://schemas.openxmlformats.org/drawingml/2006/main">
            <a:off x="11662257"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7" name="Oval 116">
            <a:extLst xmlns:a="http://schemas.openxmlformats.org/drawingml/2006/main">
              <a:ext uri="{FF2B5EF4-FFF2-40B4-BE49-F238E27FC236}">
                <a16:creationId xmlns:a16="http://schemas.microsoft.com/office/drawing/2014/main" id="{D1634B62-CCB1-47EB-9F9C-72C706DB6AF7}"/>
              </a:ext>
            </a:extLst>
          </p:cNvPr>
          <p:cNvSpPr>
            <a:spLocks xmlns:a="http://schemas.openxmlformats.org/drawingml/2006/main" noGrp="1"/>
          </p:cNvSpPr>
          <p:nvPr/>
        </p:nvSpPr>
        <p:spPr>
          <a:xfrm xmlns:a="http://schemas.openxmlformats.org/drawingml/2006/main">
            <a:off x="11771985"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8" name="Oval 117">
            <a:extLst xmlns:a="http://schemas.openxmlformats.org/drawingml/2006/main">
              <a:ext uri="{FF2B5EF4-FFF2-40B4-BE49-F238E27FC236}">
                <a16:creationId xmlns:a16="http://schemas.microsoft.com/office/drawing/2014/main" id="{7032598B-8886-4AD9-ADDD-9B789879B647}"/>
              </a:ext>
            </a:extLst>
          </p:cNvPr>
          <p:cNvSpPr>
            <a:spLocks xmlns:a="http://schemas.openxmlformats.org/drawingml/2006/main" noGrp="1"/>
          </p:cNvSpPr>
          <p:nvPr/>
        </p:nvSpPr>
        <p:spPr>
          <a:xfrm xmlns:a="http://schemas.openxmlformats.org/drawingml/2006/main">
            <a:off x="11881713" y="5179161"/>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9" name="Oval 118">
            <a:extLst xmlns:a="http://schemas.openxmlformats.org/drawingml/2006/main">
              <a:ext uri="{FF2B5EF4-FFF2-40B4-BE49-F238E27FC236}">
                <a16:creationId xmlns:a16="http://schemas.microsoft.com/office/drawing/2014/main" id="{DE23874F-D6D2-4A06-8FD7-5239C663C49A}"/>
              </a:ext>
            </a:extLst>
          </p:cNvPr>
          <p:cNvSpPr>
            <a:spLocks xmlns:a="http://schemas.openxmlformats.org/drawingml/2006/main" noGrp="1"/>
          </p:cNvSpPr>
          <p:nvPr/>
        </p:nvSpPr>
        <p:spPr>
          <a:xfrm xmlns:a="http://schemas.openxmlformats.org/drawingml/2006/main">
            <a:off x="11003889"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0" name="Oval 119">
            <a:extLst xmlns:a="http://schemas.openxmlformats.org/drawingml/2006/main">
              <a:ext uri="{FF2B5EF4-FFF2-40B4-BE49-F238E27FC236}">
                <a16:creationId xmlns:a16="http://schemas.microsoft.com/office/drawing/2014/main" id="{1CFB6FE3-412E-4267-BD02-7B28B4BEDB0C}"/>
              </a:ext>
            </a:extLst>
          </p:cNvPr>
          <p:cNvSpPr>
            <a:spLocks xmlns:a="http://schemas.openxmlformats.org/drawingml/2006/main" noGrp="1"/>
          </p:cNvSpPr>
          <p:nvPr/>
        </p:nvSpPr>
        <p:spPr>
          <a:xfrm xmlns:a="http://schemas.openxmlformats.org/drawingml/2006/main">
            <a:off x="11113617"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1" name="Oval 120">
            <a:extLst xmlns:a="http://schemas.openxmlformats.org/drawingml/2006/main">
              <a:ext uri="{FF2B5EF4-FFF2-40B4-BE49-F238E27FC236}">
                <a16:creationId xmlns:a16="http://schemas.microsoft.com/office/drawing/2014/main" id="{BF0EA00B-2AF5-417D-9DC2-86BA76EE74B6}"/>
              </a:ext>
            </a:extLst>
          </p:cNvPr>
          <p:cNvSpPr>
            <a:spLocks xmlns:a="http://schemas.openxmlformats.org/drawingml/2006/main" noGrp="1"/>
          </p:cNvSpPr>
          <p:nvPr/>
        </p:nvSpPr>
        <p:spPr>
          <a:xfrm xmlns:a="http://schemas.openxmlformats.org/drawingml/2006/main">
            <a:off x="11223345"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2" name="Oval 121">
            <a:extLst xmlns:a="http://schemas.openxmlformats.org/drawingml/2006/main">
              <a:ext uri="{FF2B5EF4-FFF2-40B4-BE49-F238E27FC236}">
                <a16:creationId xmlns:a16="http://schemas.microsoft.com/office/drawing/2014/main" id="{A611D7C9-75E1-4422-9BEE-F338A417CC89}"/>
              </a:ext>
            </a:extLst>
          </p:cNvPr>
          <p:cNvSpPr>
            <a:spLocks xmlns:a="http://schemas.openxmlformats.org/drawingml/2006/main" noGrp="1"/>
          </p:cNvSpPr>
          <p:nvPr/>
        </p:nvSpPr>
        <p:spPr>
          <a:xfrm xmlns:a="http://schemas.openxmlformats.org/drawingml/2006/main">
            <a:off x="11333073"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3" name="Oval 122">
            <a:extLst xmlns:a="http://schemas.openxmlformats.org/drawingml/2006/main">
              <a:ext uri="{FF2B5EF4-FFF2-40B4-BE49-F238E27FC236}">
                <a16:creationId xmlns:a16="http://schemas.microsoft.com/office/drawing/2014/main" id="{1CF01169-D229-4E3F-BBF9-538423EB85DC}"/>
              </a:ext>
            </a:extLst>
          </p:cNvPr>
          <p:cNvSpPr>
            <a:spLocks xmlns:a="http://schemas.openxmlformats.org/drawingml/2006/main" noGrp="1"/>
          </p:cNvSpPr>
          <p:nvPr/>
        </p:nvSpPr>
        <p:spPr>
          <a:xfrm xmlns:a="http://schemas.openxmlformats.org/drawingml/2006/main">
            <a:off x="11442801"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4" name="Oval 123">
            <a:extLst xmlns:a="http://schemas.openxmlformats.org/drawingml/2006/main">
              <a:ext uri="{FF2B5EF4-FFF2-40B4-BE49-F238E27FC236}">
                <a16:creationId xmlns:a16="http://schemas.microsoft.com/office/drawing/2014/main" id="{046D5971-9675-4D39-BD50-0CA32A054CF8}"/>
              </a:ext>
            </a:extLst>
          </p:cNvPr>
          <p:cNvSpPr>
            <a:spLocks xmlns:a="http://schemas.openxmlformats.org/drawingml/2006/main" noGrp="1"/>
          </p:cNvSpPr>
          <p:nvPr/>
        </p:nvSpPr>
        <p:spPr>
          <a:xfrm xmlns:a="http://schemas.openxmlformats.org/drawingml/2006/main">
            <a:off x="11552529"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5" name="Oval 124">
            <a:extLst xmlns:a="http://schemas.openxmlformats.org/drawingml/2006/main">
              <a:ext uri="{FF2B5EF4-FFF2-40B4-BE49-F238E27FC236}">
                <a16:creationId xmlns:a16="http://schemas.microsoft.com/office/drawing/2014/main" id="{8645645E-05DA-46C3-8631-1CB4A1F22401}"/>
              </a:ext>
            </a:extLst>
          </p:cNvPr>
          <p:cNvSpPr>
            <a:spLocks xmlns:a="http://schemas.openxmlformats.org/drawingml/2006/main" noGrp="1"/>
          </p:cNvSpPr>
          <p:nvPr/>
        </p:nvSpPr>
        <p:spPr>
          <a:xfrm xmlns:a="http://schemas.openxmlformats.org/drawingml/2006/main">
            <a:off x="11662257"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6" name="Oval 125">
            <a:extLst xmlns:a="http://schemas.openxmlformats.org/drawingml/2006/main">
              <a:ext uri="{FF2B5EF4-FFF2-40B4-BE49-F238E27FC236}">
                <a16:creationId xmlns:a16="http://schemas.microsoft.com/office/drawing/2014/main" id="{8E41924B-BEB3-46F4-B17A-0D9489396927}"/>
              </a:ext>
            </a:extLst>
          </p:cNvPr>
          <p:cNvSpPr>
            <a:spLocks xmlns:a="http://schemas.openxmlformats.org/drawingml/2006/main" noGrp="1"/>
          </p:cNvSpPr>
          <p:nvPr/>
        </p:nvSpPr>
        <p:spPr>
          <a:xfrm xmlns:a="http://schemas.openxmlformats.org/drawingml/2006/main">
            <a:off x="11771985"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7" name="Oval 126">
            <a:extLst xmlns:a="http://schemas.openxmlformats.org/drawingml/2006/main">
              <a:ext uri="{FF2B5EF4-FFF2-40B4-BE49-F238E27FC236}">
                <a16:creationId xmlns:a16="http://schemas.microsoft.com/office/drawing/2014/main" id="{CA7A1DA1-D39C-42E4-BBFF-23A15B1333E5}"/>
              </a:ext>
            </a:extLst>
          </p:cNvPr>
          <p:cNvSpPr>
            <a:spLocks xmlns:a="http://schemas.openxmlformats.org/drawingml/2006/main" noGrp="1"/>
          </p:cNvSpPr>
          <p:nvPr/>
        </p:nvSpPr>
        <p:spPr>
          <a:xfrm xmlns:a="http://schemas.openxmlformats.org/drawingml/2006/main">
            <a:off x="11881713" y="5288889"/>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8" name="Oval 127">
            <a:extLst xmlns:a="http://schemas.openxmlformats.org/drawingml/2006/main">
              <a:ext uri="{FF2B5EF4-FFF2-40B4-BE49-F238E27FC236}">
                <a16:creationId xmlns:a16="http://schemas.microsoft.com/office/drawing/2014/main" id="{6788949F-CB35-42B4-A016-827C142881AE}"/>
              </a:ext>
            </a:extLst>
          </p:cNvPr>
          <p:cNvSpPr>
            <a:spLocks xmlns:a="http://schemas.openxmlformats.org/drawingml/2006/main" noGrp="1"/>
          </p:cNvSpPr>
          <p:nvPr/>
        </p:nvSpPr>
        <p:spPr>
          <a:xfrm xmlns:a="http://schemas.openxmlformats.org/drawingml/2006/main">
            <a:off x="11003889"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9" name="Oval 128">
            <a:extLst xmlns:a="http://schemas.openxmlformats.org/drawingml/2006/main">
              <a:ext uri="{FF2B5EF4-FFF2-40B4-BE49-F238E27FC236}">
                <a16:creationId xmlns:a16="http://schemas.microsoft.com/office/drawing/2014/main" id="{C47302D0-F13D-4A59-89A2-FBE4AE7AFD63}"/>
              </a:ext>
            </a:extLst>
          </p:cNvPr>
          <p:cNvSpPr>
            <a:spLocks xmlns:a="http://schemas.openxmlformats.org/drawingml/2006/main" noGrp="1"/>
          </p:cNvSpPr>
          <p:nvPr/>
        </p:nvSpPr>
        <p:spPr>
          <a:xfrm xmlns:a="http://schemas.openxmlformats.org/drawingml/2006/main">
            <a:off x="11113617"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0" name="Oval 129">
            <a:extLst xmlns:a="http://schemas.openxmlformats.org/drawingml/2006/main">
              <a:ext uri="{FF2B5EF4-FFF2-40B4-BE49-F238E27FC236}">
                <a16:creationId xmlns:a16="http://schemas.microsoft.com/office/drawing/2014/main" id="{E3186F40-0BF9-4A36-A44F-3B6258D3377C}"/>
              </a:ext>
            </a:extLst>
          </p:cNvPr>
          <p:cNvSpPr>
            <a:spLocks xmlns:a="http://schemas.openxmlformats.org/drawingml/2006/main" noGrp="1"/>
          </p:cNvSpPr>
          <p:nvPr/>
        </p:nvSpPr>
        <p:spPr>
          <a:xfrm xmlns:a="http://schemas.openxmlformats.org/drawingml/2006/main">
            <a:off x="11223345"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1" name="Oval 130">
            <a:extLst xmlns:a="http://schemas.openxmlformats.org/drawingml/2006/main">
              <a:ext uri="{FF2B5EF4-FFF2-40B4-BE49-F238E27FC236}">
                <a16:creationId xmlns:a16="http://schemas.microsoft.com/office/drawing/2014/main" id="{0A964AFB-D9C5-44C6-8354-47682CEE2BE5}"/>
              </a:ext>
            </a:extLst>
          </p:cNvPr>
          <p:cNvSpPr>
            <a:spLocks xmlns:a="http://schemas.openxmlformats.org/drawingml/2006/main" noGrp="1"/>
          </p:cNvSpPr>
          <p:nvPr/>
        </p:nvSpPr>
        <p:spPr>
          <a:xfrm xmlns:a="http://schemas.openxmlformats.org/drawingml/2006/main">
            <a:off x="11333073"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2" name="Oval 131">
            <a:extLst xmlns:a="http://schemas.openxmlformats.org/drawingml/2006/main">
              <a:ext uri="{FF2B5EF4-FFF2-40B4-BE49-F238E27FC236}">
                <a16:creationId xmlns:a16="http://schemas.microsoft.com/office/drawing/2014/main" id="{4FC951E4-47B0-44D8-B93A-DAE941B20584}"/>
              </a:ext>
            </a:extLst>
          </p:cNvPr>
          <p:cNvSpPr>
            <a:spLocks xmlns:a="http://schemas.openxmlformats.org/drawingml/2006/main" noGrp="1"/>
          </p:cNvSpPr>
          <p:nvPr/>
        </p:nvSpPr>
        <p:spPr>
          <a:xfrm xmlns:a="http://schemas.openxmlformats.org/drawingml/2006/main">
            <a:off x="11442801"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3" name="Oval 132">
            <a:extLst xmlns:a="http://schemas.openxmlformats.org/drawingml/2006/main">
              <a:ext uri="{FF2B5EF4-FFF2-40B4-BE49-F238E27FC236}">
                <a16:creationId xmlns:a16="http://schemas.microsoft.com/office/drawing/2014/main" id="{D715BF52-F3B4-4D80-B421-006F74C97F8A}"/>
              </a:ext>
            </a:extLst>
          </p:cNvPr>
          <p:cNvSpPr>
            <a:spLocks xmlns:a="http://schemas.openxmlformats.org/drawingml/2006/main" noGrp="1"/>
          </p:cNvSpPr>
          <p:nvPr/>
        </p:nvSpPr>
        <p:spPr>
          <a:xfrm xmlns:a="http://schemas.openxmlformats.org/drawingml/2006/main">
            <a:off x="11552529"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4" name="Oval 133">
            <a:extLst xmlns:a="http://schemas.openxmlformats.org/drawingml/2006/main">
              <a:ext uri="{FF2B5EF4-FFF2-40B4-BE49-F238E27FC236}">
                <a16:creationId xmlns:a16="http://schemas.microsoft.com/office/drawing/2014/main" id="{DC5252E5-9812-4617-926D-A6C4E98A6016}"/>
              </a:ext>
            </a:extLst>
          </p:cNvPr>
          <p:cNvSpPr>
            <a:spLocks xmlns:a="http://schemas.openxmlformats.org/drawingml/2006/main" noGrp="1"/>
          </p:cNvSpPr>
          <p:nvPr/>
        </p:nvSpPr>
        <p:spPr>
          <a:xfrm xmlns:a="http://schemas.openxmlformats.org/drawingml/2006/main">
            <a:off x="11662257"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5" name="Oval 134">
            <a:extLst xmlns:a="http://schemas.openxmlformats.org/drawingml/2006/main">
              <a:ext uri="{FF2B5EF4-FFF2-40B4-BE49-F238E27FC236}">
                <a16:creationId xmlns:a16="http://schemas.microsoft.com/office/drawing/2014/main" id="{7AB6939C-1F46-4CFA-8EEE-FCD6C29EEF26}"/>
              </a:ext>
            </a:extLst>
          </p:cNvPr>
          <p:cNvSpPr>
            <a:spLocks xmlns:a="http://schemas.openxmlformats.org/drawingml/2006/main" noGrp="1"/>
          </p:cNvSpPr>
          <p:nvPr/>
        </p:nvSpPr>
        <p:spPr>
          <a:xfrm xmlns:a="http://schemas.openxmlformats.org/drawingml/2006/main">
            <a:off x="11771985"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6" name="Oval 135">
            <a:extLst xmlns:a="http://schemas.openxmlformats.org/drawingml/2006/main">
              <a:ext uri="{FF2B5EF4-FFF2-40B4-BE49-F238E27FC236}">
                <a16:creationId xmlns:a16="http://schemas.microsoft.com/office/drawing/2014/main" id="{B6C717F7-873E-4A1E-9B02-39B4B22E77A5}"/>
              </a:ext>
            </a:extLst>
          </p:cNvPr>
          <p:cNvSpPr>
            <a:spLocks xmlns:a="http://schemas.openxmlformats.org/drawingml/2006/main" noGrp="1"/>
          </p:cNvSpPr>
          <p:nvPr/>
        </p:nvSpPr>
        <p:spPr>
          <a:xfrm xmlns:a="http://schemas.openxmlformats.org/drawingml/2006/main">
            <a:off x="11881713" y="5398617"/>
            <a:ext cx="29260" cy="29260"/>
          </a:xfrm>
          <a:prstGeom xmlns:a="http://schemas.openxmlformats.org/drawingml/2006/main" prst="ellipse">
            <a:avLst/>
          </a:prstGeom>
          <a:solidFill xmlns:a="http://schemas.openxmlformats.org/drawingml/2006/main">
            <a:srgbClr val="DEEFFF"/>
          </a:solidFill>
          <a:ln xmlns:a="http://schemas.openxmlformats.org/drawingml/2006/main" w="2540">
            <a:solidFill>
              <a:srgbClr val="DEE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7" name="TextBox 136">
            <a:extLst xmlns:a="http://schemas.openxmlformats.org/drawingml/2006/main">
              <a:ext uri="{FF2B5EF4-FFF2-40B4-BE49-F238E27FC236}">
                <a16:creationId xmlns:a16="http://schemas.microsoft.com/office/drawing/2014/main" id="{F5130E84-62C1-4652-99B5-4241D6B30C99}"/>
              </a:ext>
            </a:extLst>
          </p:cNvPr>
          <p:cNvSpPr>
            <a:spLocks xmlns:a="http://schemas.openxmlformats.org/drawingml/2006/main" noGrp="1"/>
          </p:cNvSpPr>
          <p:nvPr/>
        </p:nvSpPr>
        <p:spPr>
          <a:xfrm xmlns:a="http://schemas.openxmlformats.org/drawingml/2006/main">
            <a:off x="2880360" y="384048"/>
            <a:ext cx="6400800" cy="56692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2900" b="1">
                <a:solidFill>
                  <a:srgbClr val="08306F"/>
                </a:solidFill>
                <a:latin typeface="Arial"/>
                <a:ea typeface="Arial"/>
                <a:cs typeface="Arial"/>
              </a:rPr>
              <a:t>THÀNH VIÊN NHÓM</a:t>
            </a:r>
          </a:p>
        </p:txBody>
      </p:sp>
      <p:sp>
        <p:nvSpPr>
          <p:cNvPr id="138" name="Connector 137">
            <a:extLst xmlns:a="http://schemas.openxmlformats.org/drawingml/2006/main">
              <a:ext uri="{FF2B5EF4-FFF2-40B4-BE49-F238E27FC236}">
                <a16:creationId xmlns:a16="http://schemas.microsoft.com/office/drawing/2014/main" id="{106EB42F-60F6-4FD1-B5AB-02781587C178}"/>
              </a:ext>
            </a:extLst>
          </p:cNvPr>
          <p:cNvSpPr>
            <a:spLocks xmlns:a="http://schemas.openxmlformats.org/drawingml/2006/main" noGrp="1"/>
          </p:cNvSpPr>
          <p:nvPr/>
        </p:nvSpPr>
        <p:spPr>
          <a:xfrm xmlns:a="http://schemas.openxmlformats.org/drawingml/2006/main">
            <a:off x="3749039" y="1161288"/>
            <a:ext cx="2121409" cy="0"/>
          </a:xfrm>
          <a:prstGeom xmlns:a="http://schemas.openxmlformats.org/drawingml/2006/main" prst="line">
            <a:avLst/>
          </a:prstGeom>
          <a:ln xmlns:a="http://schemas.openxmlformats.org/drawingml/2006/main" w="12700">
            <a:solidFill>
              <a:srgbClr val="82B4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9" name="Oval 138">
            <a:extLst xmlns:a="http://schemas.openxmlformats.org/drawingml/2006/main">
              <a:ext uri="{FF2B5EF4-FFF2-40B4-BE49-F238E27FC236}">
                <a16:creationId xmlns:a16="http://schemas.microsoft.com/office/drawing/2014/main" id="{358B0E5E-3223-4EB5-8CBA-AA5B6050BE69}"/>
              </a:ext>
            </a:extLst>
          </p:cNvPr>
          <p:cNvSpPr>
            <a:spLocks xmlns:a="http://schemas.openxmlformats.org/drawingml/2006/main" noGrp="1"/>
          </p:cNvSpPr>
          <p:nvPr/>
        </p:nvSpPr>
        <p:spPr>
          <a:xfrm xmlns:a="http://schemas.openxmlformats.org/drawingml/2006/main">
            <a:off x="6044184" y="1110996"/>
            <a:ext cx="100584" cy="100584"/>
          </a:xfrm>
          <a:prstGeom xmlns:a="http://schemas.openxmlformats.org/drawingml/2006/main" prst="ellipse">
            <a:avLst/>
          </a:prstGeom>
          <a:solidFill xmlns:a="http://schemas.openxmlformats.org/drawingml/2006/main">
            <a:srgbClr val="1067D2"/>
          </a:solidFill>
          <a:ln xmlns:a="http://schemas.openxmlformats.org/drawingml/2006/main" w="635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0" name="Connector 139">
            <a:extLst xmlns:a="http://schemas.openxmlformats.org/drawingml/2006/main">
              <a:ext uri="{FF2B5EF4-FFF2-40B4-BE49-F238E27FC236}">
                <a16:creationId xmlns:a16="http://schemas.microsoft.com/office/drawing/2014/main" id="{7230E6E6-D6D4-4572-9B47-C8EC54E51145}"/>
              </a:ext>
            </a:extLst>
          </p:cNvPr>
          <p:cNvSpPr>
            <a:spLocks xmlns:a="http://schemas.openxmlformats.org/drawingml/2006/main" noGrp="1"/>
          </p:cNvSpPr>
          <p:nvPr/>
        </p:nvSpPr>
        <p:spPr>
          <a:xfrm xmlns:a="http://schemas.openxmlformats.org/drawingml/2006/main">
            <a:off x="6318504" y="1161288"/>
            <a:ext cx="2121408" cy="0"/>
          </a:xfrm>
          <a:prstGeom xmlns:a="http://schemas.openxmlformats.org/drawingml/2006/main" prst="line">
            <a:avLst/>
          </a:prstGeom>
          <a:ln xmlns:a="http://schemas.openxmlformats.org/drawingml/2006/main" w="12700">
            <a:solidFill>
              <a:srgbClr val="82B4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1" name="TextBox 140">
            <a:extLst xmlns:a="http://schemas.openxmlformats.org/drawingml/2006/main">
              <a:ext uri="{FF2B5EF4-FFF2-40B4-BE49-F238E27FC236}">
                <a16:creationId xmlns:a16="http://schemas.microsoft.com/office/drawing/2014/main" id="{C9A7EC07-F3A4-4B18-B91B-84C495EB65F5}"/>
              </a:ext>
            </a:extLst>
          </p:cNvPr>
          <p:cNvSpPr>
            <a:spLocks xmlns:a="http://schemas.openxmlformats.org/drawingml/2006/main" noGrp="1"/>
          </p:cNvSpPr>
          <p:nvPr/>
        </p:nvSpPr>
        <p:spPr>
          <a:xfrm xmlns:a="http://schemas.openxmlformats.org/drawingml/2006/main">
            <a:off x="2743200" y="1280160"/>
            <a:ext cx="6720840" cy="32004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300" b="0">
                <a:solidFill>
                  <a:srgbClr val="1067D2"/>
                </a:solidFill>
                <a:latin typeface="Arial"/>
                <a:ea typeface="Arial"/>
                <a:cs typeface="Arial"/>
              </a:rPr>
              <a:t>Cùng nhau học hỏi – Cùng nhau phát triển – Cùng nhau thành công</a:t>
            </a:r>
          </a:p>
        </p:txBody>
      </p:sp>
      <p:sp>
        <p:nvSpPr>
          <p:cNvPr id="142" name="Oval 141">
            <a:extLst xmlns:a="http://schemas.openxmlformats.org/drawingml/2006/main">
              <a:ext uri="{FF2B5EF4-FFF2-40B4-BE49-F238E27FC236}">
                <a16:creationId xmlns:a16="http://schemas.microsoft.com/office/drawing/2014/main" id="{9FD08BAD-38D1-4575-8DD3-7584C1C29ADE}"/>
              </a:ext>
            </a:extLst>
          </p:cNvPr>
          <p:cNvSpPr>
            <a:spLocks xmlns:a="http://schemas.openxmlformats.org/drawingml/2006/main" noGrp="1"/>
          </p:cNvSpPr>
          <p:nvPr/>
        </p:nvSpPr>
        <p:spPr>
          <a:xfrm xmlns:a="http://schemas.openxmlformats.org/drawingml/2006/main">
            <a:off x="9582912" y="283463"/>
            <a:ext cx="310896" cy="310896"/>
          </a:xfrm>
          <a:prstGeom xmlns:a="http://schemas.openxmlformats.org/drawingml/2006/main" prst="ellipse">
            <a:avLst/>
          </a:prstGeom>
          <a:solidFill xmlns:a="http://schemas.openxmlformats.org/drawingml/2006/main">
            <a:srgbClr val="FFFFFF"/>
          </a:solidFill>
          <a:ln xmlns:a="http://schemas.openxmlformats.org/drawingml/2006/main" w="1270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3" name="Oval 142">
            <a:extLst xmlns:a="http://schemas.openxmlformats.org/drawingml/2006/main">
              <a:ext uri="{FF2B5EF4-FFF2-40B4-BE49-F238E27FC236}">
                <a16:creationId xmlns:a16="http://schemas.microsoft.com/office/drawing/2014/main" id="{7B0BFA73-4A78-44FA-8EFA-CFC7BF91FC93}"/>
              </a:ext>
            </a:extLst>
          </p:cNvPr>
          <p:cNvSpPr>
            <a:spLocks xmlns:a="http://schemas.openxmlformats.org/drawingml/2006/main" noGrp="1"/>
          </p:cNvSpPr>
          <p:nvPr/>
        </p:nvSpPr>
        <p:spPr>
          <a:xfrm xmlns:a="http://schemas.openxmlformats.org/drawingml/2006/main">
            <a:off x="9674352" y="374904"/>
            <a:ext cx="128016" cy="128016"/>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4" name="Connector 143">
            <a:extLst xmlns:a="http://schemas.openxmlformats.org/drawingml/2006/main">
              <a:ext uri="{FF2B5EF4-FFF2-40B4-BE49-F238E27FC236}">
                <a16:creationId xmlns:a16="http://schemas.microsoft.com/office/drawing/2014/main" id="{45F62C4C-C5DD-4C38-AD1A-FCA44CE7DAF0}"/>
              </a:ext>
            </a:extLst>
          </p:cNvPr>
          <p:cNvSpPr>
            <a:spLocks xmlns:a="http://schemas.openxmlformats.org/drawingml/2006/main" noGrp="1"/>
          </p:cNvSpPr>
          <p:nvPr/>
        </p:nvSpPr>
        <p:spPr>
          <a:xfrm xmlns:a="http://schemas.openxmlformats.org/drawingml/2006/main">
            <a:off x="9893808" y="438912"/>
            <a:ext cx="804672" cy="338328"/>
          </a:xfrm>
          <a:prstGeom xmlns:a="http://schemas.openxmlformats.org/drawingml/2006/main" prst="line">
            <a:avLst/>
          </a:prstGeom>
          <a:ln xmlns:a="http://schemas.openxmlformats.org/drawingml/2006/main" w="12700">
            <a:solidFill>
              <a:srgbClr val="6EAA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5" name="Oval 144">
            <a:extLst xmlns:a="http://schemas.openxmlformats.org/drawingml/2006/main">
              <a:ext uri="{FF2B5EF4-FFF2-40B4-BE49-F238E27FC236}">
                <a16:creationId xmlns:a16="http://schemas.microsoft.com/office/drawing/2014/main" id="{3D2036D0-7672-4B8B-8682-6BCD8815BD0C}"/>
              </a:ext>
            </a:extLst>
          </p:cNvPr>
          <p:cNvSpPr>
            <a:spLocks xmlns:a="http://schemas.openxmlformats.org/drawingml/2006/main" noGrp="1"/>
          </p:cNvSpPr>
          <p:nvPr/>
        </p:nvSpPr>
        <p:spPr>
          <a:xfrm xmlns:a="http://schemas.openxmlformats.org/drawingml/2006/main">
            <a:off x="10671048" y="566928"/>
            <a:ext cx="877824" cy="877824"/>
          </a:xfrm>
          <a:prstGeom xmlns:a="http://schemas.openxmlformats.org/drawingml/2006/main" prst="ellipse">
            <a:avLst/>
          </a:prstGeom>
          <a:solidFill xmlns:a="http://schemas.openxmlformats.org/drawingml/2006/main">
            <a:srgbClr val="FFFFFF"/>
          </a:solidFill>
          <a:ln xmlns:a="http://schemas.openxmlformats.org/drawingml/2006/main" w="1524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6" name="Oval 145">
            <a:extLst xmlns:a="http://schemas.openxmlformats.org/drawingml/2006/main">
              <a:ext uri="{FF2B5EF4-FFF2-40B4-BE49-F238E27FC236}">
                <a16:creationId xmlns:a16="http://schemas.microsoft.com/office/drawing/2014/main" id="{DAC33E7A-7D43-49B6-8AC5-4D516267D0D0}"/>
              </a:ext>
            </a:extLst>
          </p:cNvPr>
          <p:cNvSpPr>
            <a:spLocks xmlns:a="http://schemas.openxmlformats.org/drawingml/2006/main" noGrp="1"/>
          </p:cNvSpPr>
          <p:nvPr/>
        </p:nvSpPr>
        <p:spPr>
          <a:xfrm xmlns:a="http://schemas.openxmlformats.org/drawingml/2006/main">
            <a:off x="10863072" y="758952"/>
            <a:ext cx="493776" cy="493776"/>
          </a:xfrm>
          <a:prstGeom xmlns:a="http://schemas.openxmlformats.org/drawingml/2006/main" prst="ellipse">
            <a:avLst/>
          </a:prstGeom>
          <a:solidFill xmlns:a="http://schemas.openxmlformats.org/drawingml/2006/main">
            <a:srgbClr val="5596E1"/>
          </a:solidFill>
          <a:ln xmlns:a="http://schemas.openxmlformats.org/drawingml/2006/main" w="6350">
            <a:solidFill>
              <a:srgbClr val="5596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7" name="Oval 146">
            <a:extLst xmlns:a="http://schemas.openxmlformats.org/drawingml/2006/main">
              <a:ext uri="{FF2B5EF4-FFF2-40B4-BE49-F238E27FC236}">
                <a16:creationId xmlns:a16="http://schemas.microsoft.com/office/drawing/2014/main" id="{64B310AF-D226-4EE7-8BA8-62EE30784603}"/>
              </a:ext>
            </a:extLst>
          </p:cNvPr>
          <p:cNvSpPr>
            <a:spLocks xmlns:a="http://schemas.openxmlformats.org/drawingml/2006/main" noGrp="1"/>
          </p:cNvSpPr>
          <p:nvPr/>
        </p:nvSpPr>
        <p:spPr>
          <a:xfrm xmlns:a="http://schemas.openxmlformats.org/drawingml/2006/main">
            <a:off x="10981944" y="877824"/>
            <a:ext cx="256032" cy="256032"/>
          </a:xfrm>
          <a:prstGeom xmlns:a="http://schemas.openxmlformats.org/drawingml/2006/main" prst="ellipse">
            <a:avLst/>
          </a:prstGeom>
          <a:solidFill xmlns:a="http://schemas.openxmlformats.org/drawingml/2006/main">
            <a:srgbClr val="FFFFFF"/>
          </a:solidFill>
          <a:ln xmlns:a="http://schemas.openxmlformats.org/drawingml/2006/main" w="635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8" name="Connector 147">
            <a:extLst xmlns:a="http://schemas.openxmlformats.org/drawingml/2006/main">
              <a:ext uri="{FF2B5EF4-FFF2-40B4-BE49-F238E27FC236}">
                <a16:creationId xmlns:a16="http://schemas.microsoft.com/office/drawing/2014/main" id="{FE2E05A8-50D7-4364-900F-19DF9150088A}"/>
              </a:ext>
            </a:extLst>
          </p:cNvPr>
          <p:cNvSpPr>
            <a:spLocks xmlns:a="http://schemas.openxmlformats.org/drawingml/2006/main" noGrp="1"/>
          </p:cNvSpPr>
          <p:nvPr/>
        </p:nvSpPr>
        <p:spPr>
          <a:xfrm xmlns:a="http://schemas.openxmlformats.org/drawingml/2006/main" flipV="1">
            <a:off x="11475720" y="228600"/>
            <a:ext cx="594360" cy="484632"/>
          </a:xfrm>
          <a:prstGeom xmlns:a="http://schemas.openxmlformats.org/drawingml/2006/main" prst="line">
            <a:avLst/>
          </a:prstGeom>
          <a:ln xmlns:a="http://schemas.openxmlformats.org/drawingml/2006/main" w="12700">
            <a:solidFill>
              <a:srgbClr val="6EAA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9" name="Rounded Rectangle 148">
            <a:extLst xmlns:a="http://schemas.openxmlformats.org/drawingml/2006/main">
              <a:ext uri="{FF2B5EF4-FFF2-40B4-BE49-F238E27FC236}">
                <a16:creationId xmlns:a16="http://schemas.microsoft.com/office/drawing/2014/main" id="{8ED4F02D-D718-46AB-8DEF-71DF2A532ABD}"/>
              </a:ext>
            </a:extLst>
          </p:cNvPr>
          <p:cNvSpPr>
            <a:spLocks xmlns:a="http://schemas.openxmlformats.org/drawingml/2006/main" noGrp="1"/>
          </p:cNvSpPr>
          <p:nvPr/>
        </p:nvSpPr>
        <p:spPr>
          <a:xfrm xmlns:a="http://schemas.openxmlformats.org/drawingml/2006/main">
            <a:off x="1965960" y="1993392"/>
            <a:ext cx="4114800" cy="841248"/>
          </a:xfrm>
          <a:prstGeom xmlns:a="http://schemas.openxmlformats.org/drawingml/2006/main" prst="roundRect">
            <a:avLst/>
          </a:prstGeom>
          <a:solidFill xmlns:a="http://schemas.openxmlformats.org/drawingml/2006/main">
            <a:srgbClr val="EFF2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0" name="Rounded Rectangle 149">
            <a:extLst xmlns:a="http://schemas.openxmlformats.org/drawingml/2006/main">
              <a:ext uri="{FF2B5EF4-FFF2-40B4-BE49-F238E27FC236}">
                <a16:creationId xmlns:a16="http://schemas.microsoft.com/office/drawing/2014/main" id="{CE7A7E8B-670C-4241-ADF3-375E4B2132E6}"/>
              </a:ext>
            </a:extLst>
          </p:cNvPr>
          <p:cNvSpPr>
            <a:spLocks xmlns:a="http://schemas.openxmlformats.org/drawingml/2006/main" noGrp="1"/>
          </p:cNvSpPr>
          <p:nvPr/>
        </p:nvSpPr>
        <p:spPr>
          <a:xfrm xmlns:a="http://schemas.openxmlformats.org/drawingml/2006/main">
            <a:off x="1920240" y="1938528"/>
            <a:ext cx="685800" cy="841248"/>
          </a:xfrm>
          <a:prstGeom xmlns:a="http://schemas.openxmlformats.org/drawingml/2006/main" prst="roundRect">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1" name="TextBox 150">
            <a:extLst xmlns:a="http://schemas.openxmlformats.org/drawingml/2006/main">
              <a:ext uri="{FF2B5EF4-FFF2-40B4-BE49-F238E27FC236}">
                <a16:creationId xmlns:a16="http://schemas.microsoft.com/office/drawing/2014/main" id="{21F94E00-C478-4DBF-99AB-ADAF7763B64D}"/>
              </a:ext>
            </a:extLst>
          </p:cNvPr>
          <p:cNvSpPr>
            <a:spLocks xmlns:a="http://schemas.openxmlformats.org/drawingml/2006/main" noGrp="1"/>
          </p:cNvSpPr>
          <p:nvPr/>
        </p:nvSpPr>
        <p:spPr>
          <a:xfrm xmlns:a="http://schemas.openxmlformats.org/drawingml/2006/main">
            <a:off x="1858025" y="2161211"/>
            <a:ext cx="566928" cy="38404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01</a:t>
            </a:r>
          </a:p>
        </p:txBody>
      </p:sp>
      <p:sp>
        <p:nvSpPr>
          <p:cNvPr id="152" name="Rounded Rectangle 151">
            <a:extLst xmlns:a="http://schemas.openxmlformats.org/drawingml/2006/main">
              <a:ext uri="{FF2B5EF4-FFF2-40B4-BE49-F238E27FC236}">
                <a16:creationId xmlns:a16="http://schemas.microsoft.com/office/drawing/2014/main" id="{720EC04F-EFC7-4943-8952-462856F1BE89}"/>
              </a:ext>
            </a:extLst>
          </p:cNvPr>
          <p:cNvSpPr>
            <a:spLocks xmlns:a="http://schemas.openxmlformats.org/drawingml/2006/main" noGrp="1"/>
          </p:cNvSpPr>
          <p:nvPr/>
        </p:nvSpPr>
        <p:spPr>
          <a:xfrm xmlns:a="http://schemas.openxmlformats.org/drawingml/2006/main">
            <a:off x="2423160" y="1938528"/>
            <a:ext cx="3611880" cy="841248"/>
          </a:xfrm>
          <a:prstGeom xmlns:a="http://schemas.openxmlformats.org/drawingml/2006/main" prst="roundRect">
            <a:avLst/>
          </a:prstGeom>
          <a:solidFill xmlns:a="http://schemas.openxmlformats.org/drawingml/2006/main">
            <a:srgbClr val="FFFFFF"/>
          </a:solidFill>
          <a:ln xmlns:a="http://schemas.openxmlformats.org/drawingml/2006/main" w="7620">
            <a:solidFill>
              <a:srgbClr val="E1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3" name="Oval 152">
            <a:extLst xmlns:a="http://schemas.openxmlformats.org/drawingml/2006/main">
              <a:ext uri="{FF2B5EF4-FFF2-40B4-BE49-F238E27FC236}">
                <a16:creationId xmlns:a16="http://schemas.microsoft.com/office/drawing/2014/main" id="{C64B3566-3128-4F06-A217-1616C6B3FEEF}"/>
              </a:ext>
            </a:extLst>
          </p:cNvPr>
          <p:cNvSpPr>
            <a:spLocks xmlns:a="http://schemas.openxmlformats.org/drawingml/2006/main" noGrp="1"/>
          </p:cNvSpPr>
          <p:nvPr/>
        </p:nvSpPr>
        <p:spPr>
          <a:xfrm xmlns:a="http://schemas.openxmlformats.org/drawingml/2006/main">
            <a:off x="2807208" y="2029968"/>
            <a:ext cx="658368" cy="658368"/>
          </a:xfrm>
          <a:prstGeom xmlns:a="http://schemas.openxmlformats.org/drawingml/2006/main" prst="ellipse">
            <a:avLst/>
          </a:prstGeom>
          <a:solidFill xmlns:a="http://schemas.openxmlformats.org/drawingml/2006/main">
            <a:srgbClr val="FFFFFF"/>
          </a:solidFill>
          <a:ln xmlns:a="http://schemas.openxmlformats.org/drawingml/2006/main" w="165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4" name="Oval 153">
            <a:extLst xmlns:a="http://schemas.openxmlformats.org/drawingml/2006/main">
              <a:ext uri="{FF2B5EF4-FFF2-40B4-BE49-F238E27FC236}">
                <a16:creationId xmlns:a16="http://schemas.microsoft.com/office/drawing/2014/main" id="{3F25DA9F-C693-4992-99A0-148A08DF7F6F}"/>
              </a:ext>
            </a:extLst>
          </p:cNvPr>
          <p:cNvSpPr>
            <a:spLocks xmlns:a="http://schemas.openxmlformats.org/drawingml/2006/main" noGrp="1"/>
          </p:cNvSpPr>
          <p:nvPr/>
        </p:nvSpPr>
        <p:spPr>
          <a:xfrm xmlns:a="http://schemas.openxmlformats.org/drawingml/2006/main">
            <a:off x="3067812" y="2180844"/>
            <a:ext cx="137160" cy="137160"/>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5" name="Isosceles Triangle 154">
            <a:extLst xmlns:a="http://schemas.openxmlformats.org/drawingml/2006/main">
              <a:ext uri="{FF2B5EF4-FFF2-40B4-BE49-F238E27FC236}">
                <a16:creationId xmlns:a16="http://schemas.microsoft.com/office/drawing/2014/main" id="{A1ADFF5A-A08F-4EE6-BB61-280B7AA4BAED}"/>
              </a:ext>
            </a:extLst>
          </p:cNvPr>
          <p:cNvSpPr>
            <a:spLocks xmlns:a="http://schemas.openxmlformats.org/drawingml/2006/main" noGrp="1"/>
          </p:cNvSpPr>
          <p:nvPr/>
        </p:nvSpPr>
        <p:spPr>
          <a:xfrm xmlns:a="http://schemas.openxmlformats.org/drawingml/2006/main">
            <a:off x="3017520" y="2350008"/>
            <a:ext cx="237744" cy="201168"/>
          </a:xfrm>
          <a:prstGeom xmlns:a="http://schemas.openxmlformats.org/drawingml/2006/main" prst="triangle">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6" name="TextBox 155">
            <a:extLst xmlns:a="http://schemas.openxmlformats.org/drawingml/2006/main">
              <a:ext uri="{FF2B5EF4-FFF2-40B4-BE49-F238E27FC236}">
                <a16:creationId xmlns:a16="http://schemas.microsoft.com/office/drawing/2014/main" id="{254683D4-9F4F-4061-90CA-B9D0A2FCD49A}"/>
              </a:ext>
            </a:extLst>
          </p:cNvPr>
          <p:cNvSpPr>
            <a:spLocks xmlns:a="http://schemas.openxmlformats.org/drawingml/2006/main" noGrp="1"/>
          </p:cNvSpPr>
          <p:nvPr/>
        </p:nvSpPr>
        <p:spPr>
          <a:xfrm xmlns:a="http://schemas.openxmlformats.org/drawingml/2006/main">
            <a:off x="3749039" y="2048256"/>
            <a:ext cx="210312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500" b="1">
                <a:solidFill>
                  <a:srgbClr val="08306F"/>
                </a:solidFill>
                <a:latin typeface="Arial"/>
                <a:ea typeface="Arial"/>
                <a:cs typeface="Arial"/>
              </a:rPr>
              <a:t>Trần Quốc Phong</a:t>
            </a:r>
          </a:p>
        </p:txBody>
      </p:sp>
      <p:sp>
        <p:nvSpPr>
          <p:cNvPr id="157" name="TextBox 156">
            <a:extLst xmlns:a="http://schemas.openxmlformats.org/drawingml/2006/main">
              <a:ext uri="{FF2B5EF4-FFF2-40B4-BE49-F238E27FC236}">
                <a16:creationId xmlns:a16="http://schemas.microsoft.com/office/drawing/2014/main" id="{C881F6B1-377A-44F4-940D-54CCAC9F2ED5}"/>
              </a:ext>
            </a:extLst>
          </p:cNvPr>
          <p:cNvSpPr>
            <a:spLocks xmlns:a="http://schemas.openxmlformats.org/drawingml/2006/main" noGrp="1"/>
          </p:cNvSpPr>
          <p:nvPr/>
        </p:nvSpPr>
        <p:spPr>
          <a:xfrm xmlns:a="http://schemas.openxmlformats.org/drawingml/2006/main">
            <a:off x="3749039" y="2368296"/>
            <a:ext cx="2103120" cy="2286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100" b="0">
                <a:solidFill>
                  <a:srgbClr val="5F5F5F"/>
                </a:solidFill>
                <a:latin typeface="Arial"/>
                <a:ea typeface="Arial"/>
                <a:cs typeface="Arial"/>
              </a:rPr>
              <a:t>Nhóm trưởng</a:t>
            </a:r>
          </a:p>
        </p:txBody>
      </p:sp>
      <p:sp>
        <p:nvSpPr>
          <p:cNvPr id="158" name="Connector 157">
            <a:extLst xmlns:a="http://schemas.openxmlformats.org/drawingml/2006/main">
              <a:ext uri="{FF2B5EF4-FFF2-40B4-BE49-F238E27FC236}">
                <a16:creationId xmlns:a16="http://schemas.microsoft.com/office/drawing/2014/main" id="{9BD72133-C402-4EF1-A502-08883D6A2A47}"/>
              </a:ext>
            </a:extLst>
          </p:cNvPr>
          <p:cNvSpPr>
            <a:spLocks xmlns:a="http://schemas.openxmlformats.org/drawingml/2006/main" noGrp="1"/>
          </p:cNvSpPr>
          <p:nvPr/>
        </p:nvSpPr>
        <p:spPr>
          <a:xfrm xmlns:a="http://schemas.openxmlformats.org/drawingml/2006/main">
            <a:off x="5961888" y="2093976"/>
            <a:ext cx="0" cy="530352"/>
          </a:xfrm>
          <a:prstGeom xmlns:a="http://schemas.openxmlformats.org/drawingml/2006/main" prst="line">
            <a:avLst/>
          </a:prstGeom>
          <a:ln xmlns:a="http://schemas.openxmlformats.org/drawingml/2006/main" w="15240">
            <a:solidFill>
              <a:srgbClr val="1067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9" name="Rounded Rectangle 158">
            <a:extLst xmlns:a="http://schemas.openxmlformats.org/drawingml/2006/main">
              <a:ext uri="{FF2B5EF4-FFF2-40B4-BE49-F238E27FC236}">
                <a16:creationId xmlns:a16="http://schemas.microsoft.com/office/drawing/2014/main" id="{AA2E0F64-7C0B-4F38-967F-5BB5C3DB4E23}"/>
              </a:ext>
            </a:extLst>
          </p:cNvPr>
          <p:cNvSpPr>
            <a:spLocks xmlns:a="http://schemas.openxmlformats.org/drawingml/2006/main" noGrp="1"/>
          </p:cNvSpPr>
          <p:nvPr/>
        </p:nvSpPr>
        <p:spPr>
          <a:xfrm xmlns:a="http://schemas.openxmlformats.org/drawingml/2006/main">
            <a:off x="6217920" y="1993392"/>
            <a:ext cx="4114800" cy="841248"/>
          </a:xfrm>
          <a:prstGeom xmlns:a="http://schemas.openxmlformats.org/drawingml/2006/main" prst="roundRect">
            <a:avLst/>
          </a:prstGeom>
          <a:solidFill xmlns:a="http://schemas.openxmlformats.org/drawingml/2006/main">
            <a:srgbClr val="EFF2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0" name="Rounded Rectangle 159">
            <a:extLst xmlns:a="http://schemas.openxmlformats.org/drawingml/2006/main">
              <a:ext uri="{FF2B5EF4-FFF2-40B4-BE49-F238E27FC236}">
                <a16:creationId xmlns:a16="http://schemas.microsoft.com/office/drawing/2014/main" id="{ADC76707-94FF-47E8-8612-55D0551C9B71}"/>
              </a:ext>
            </a:extLst>
          </p:cNvPr>
          <p:cNvSpPr>
            <a:spLocks xmlns:a="http://schemas.openxmlformats.org/drawingml/2006/main" noGrp="1"/>
          </p:cNvSpPr>
          <p:nvPr/>
        </p:nvSpPr>
        <p:spPr>
          <a:xfrm xmlns:a="http://schemas.openxmlformats.org/drawingml/2006/main">
            <a:off x="6172200" y="1938528"/>
            <a:ext cx="685800" cy="841248"/>
          </a:xfrm>
          <a:prstGeom xmlns:a="http://schemas.openxmlformats.org/drawingml/2006/main" prst="roundRect">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1" name="TextBox 160">
            <a:extLst xmlns:a="http://schemas.openxmlformats.org/drawingml/2006/main">
              <a:ext uri="{FF2B5EF4-FFF2-40B4-BE49-F238E27FC236}">
                <a16:creationId xmlns:a16="http://schemas.microsoft.com/office/drawing/2014/main" id="{78D194D1-78C1-462B-A2C4-4F2DA341E4D2}"/>
              </a:ext>
            </a:extLst>
          </p:cNvPr>
          <p:cNvSpPr>
            <a:spLocks xmlns:a="http://schemas.openxmlformats.org/drawingml/2006/main" noGrp="1"/>
          </p:cNvSpPr>
          <p:nvPr/>
        </p:nvSpPr>
        <p:spPr>
          <a:xfrm xmlns:a="http://schemas.openxmlformats.org/drawingml/2006/main">
            <a:off x="6065161" y="2172417"/>
            <a:ext cx="566928" cy="38404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02</a:t>
            </a:r>
          </a:p>
        </p:txBody>
      </p:sp>
      <p:sp>
        <p:nvSpPr>
          <p:cNvPr id="162" name="Rounded Rectangle 161">
            <a:extLst xmlns:a="http://schemas.openxmlformats.org/drawingml/2006/main">
              <a:ext uri="{FF2B5EF4-FFF2-40B4-BE49-F238E27FC236}">
                <a16:creationId xmlns:a16="http://schemas.microsoft.com/office/drawing/2014/main" id="{C15E1641-9CE5-45CA-AF79-DE4C6B5FA177}"/>
              </a:ext>
            </a:extLst>
          </p:cNvPr>
          <p:cNvSpPr>
            <a:spLocks xmlns:a="http://schemas.openxmlformats.org/drawingml/2006/main" noGrp="1"/>
          </p:cNvSpPr>
          <p:nvPr/>
        </p:nvSpPr>
        <p:spPr>
          <a:xfrm xmlns:a="http://schemas.openxmlformats.org/drawingml/2006/main">
            <a:off x="6675120" y="1938528"/>
            <a:ext cx="3611880" cy="841248"/>
          </a:xfrm>
          <a:prstGeom xmlns:a="http://schemas.openxmlformats.org/drawingml/2006/main" prst="roundRect">
            <a:avLst/>
          </a:prstGeom>
          <a:solidFill xmlns:a="http://schemas.openxmlformats.org/drawingml/2006/main">
            <a:srgbClr val="FFFFFF"/>
          </a:solidFill>
          <a:ln xmlns:a="http://schemas.openxmlformats.org/drawingml/2006/main" w="7620">
            <a:solidFill>
              <a:srgbClr val="E1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3" name="Oval 162">
            <a:extLst xmlns:a="http://schemas.openxmlformats.org/drawingml/2006/main">
              <a:ext uri="{FF2B5EF4-FFF2-40B4-BE49-F238E27FC236}">
                <a16:creationId xmlns:a16="http://schemas.microsoft.com/office/drawing/2014/main" id="{A33629B9-C538-4B87-AA22-31C9146E7C1D}"/>
              </a:ext>
            </a:extLst>
          </p:cNvPr>
          <p:cNvSpPr>
            <a:spLocks xmlns:a="http://schemas.openxmlformats.org/drawingml/2006/main" noGrp="1"/>
          </p:cNvSpPr>
          <p:nvPr/>
        </p:nvSpPr>
        <p:spPr>
          <a:xfrm xmlns:a="http://schemas.openxmlformats.org/drawingml/2006/main">
            <a:off x="7059168" y="2029968"/>
            <a:ext cx="658368" cy="658368"/>
          </a:xfrm>
          <a:prstGeom xmlns:a="http://schemas.openxmlformats.org/drawingml/2006/main" prst="ellipse">
            <a:avLst/>
          </a:prstGeom>
          <a:solidFill xmlns:a="http://schemas.openxmlformats.org/drawingml/2006/main">
            <a:srgbClr val="FFFFFF"/>
          </a:solidFill>
          <a:ln xmlns:a="http://schemas.openxmlformats.org/drawingml/2006/main" w="165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4" name="Oval 163">
            <a:extLst xmlns:a="http://schemas.openxmlformats.org/drawingml/2006/main">
              <a:ext uri="{FF2B5EF4-FFF2-40B4-BE49-F238E27FC236}">
                <a16:creationId xmlns:a16="http://schemas.microsoft.com/office/drawing/2014/main" id="{B385E6C7-F3AE-435D-8060-81B416069F30}"/>
              </a:ext>
            </a:extLst>
          </p:cNvPr>
          <p:cNvSpPr>
            <a:spLocks xmlns:a="http://schemas.openxmlformats.org/drawingml/2006/main" noGrp="1"/>
          </p:cNvSpPr>
          <p:nvPr/>
        </p:nvSpPr>
        <p:spPr>
          <a:xfrm xmlns:a="http://schemas.openxmlformats.org/drawingml/2006/main">
            <a:off x="7319772" y="2180844"/>
            <a:ext cx="137160" cy="137160"/>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5" name="Isosceles Triangle 164">
            <a:extLst xmlns:a="http://schemas.openxmlformats.org/drawingml/2006/main">
              <a:ext uri="{FF2B5EF4-FFF2-40B4-BE49-F238E27FC236}">
                <a16:creationId xmlns:a16="http://schemas.microsoft.com/office/drawing/2014/main" id="{B591AFC5-CCAC-4B62-8C1E-2AAA6D73EE6E}"/>
              </a:ext>
            </a:extLst>
          </p:cNvPr>
          <p:cNvSpPr>
            <a:spLocks xmlns:a="http://schemas.openxmlformats.org/drawingml/2006/main" noGrp="1"/>
          </p:cNvSpPr>
          <p:nvPr/>
        </p:nvSpPr>
        <p:spPr>
          <a:xfrm xmlns:a="http://schemas.openxmlformats.org/drawingml/2006/main">
            <a:off x="7269480" y="2350008"/>
            <a:ext cx="237744" cy="201168"/>
          </a:xfrm>
          <a:prstGeom xmlns:a="http://schemas.openxmlformats.org/drawingml/2006/main" prst="triangle">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6" name="TextBox 165">
            <a:extLst xmlns:a="http://schemas.openxmlformats.org/drawingml/2006/main">
              <a:ext uri="{FF2B5EF4-FFF2-40B4-BE49-F238E27FC236}">
                <a16:creationId xmlns:a16="http://schemas.microsoft.com/office/drawing/2014/main" id="{6E47F85D-61E2-46BB-8D58-9AA28DE69C1E}"/>
              </a:ext>
            </a:extLst>
          </p:cNvPr>
          <p:cNvSpPr>
            <a:spLocks xmlns:a="http://schemas.openxmlformats.org/drawingml/2006/main" noGrp="1"/>
          </p:cNvSpPr>
          <p:nvPr/>
        </p:nvSpPr>
        <p:spPr>
          <a:xfrm xmlns:a="http://schemas.openxmlformats.org/drawingml/2006/main">
            <a:off x="8001000" y="2048256"/>
            <a:ext cx="210312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500" b="1">
                <a:solidFill>
                  <a:srgbClr val="08306F"/>
                </a:solidFill>
                <a:latin typeface="Arial"/>
                <a:ea typeface="Arial"/>
                <a:cs typeface="Arial"/>
              </a:rPr>
              <a:t>Lê Ngọc Tài</a:t>
            </a:r>
          </a:p>
        </p:txBody>
      </p:sp>
      <p:sp>
        <p:nvSpPr>
          <p:cNvPr id="167" name="TextBox 166">
            <a:extLst xmlns:a="http://schemas.openxmlformats.org/drawingml/2006/main">
              <a:ext uri="{FF2B5EF4-FFF2-40B4-BE49-F238E27FC236}">
                <a16:creationId xmlns:a16="http://schemas.microsoft.com/office/drawing/2014/main" id="{FA7B65B3-81B7-4ECD-9F43-0721941EDD09}"/>
              </a:ext>
            </a:extLst>
          </p:cNvPr>
          <p:cNvSpPr>
            <a:spLocks xmlns:a="http://schemas.openxmlformats.org/drawingml/2006/main" noGrp="1"/>
          </p:cNvSpPr>
          <p:nvPr/>
        </p:nvSpPr>
        <p:spPr>
          <a:xfrm xmlns:a="http://schemas.openxmlformats.org/drawingml/2006/main">
            <a:off x="8001000" y="2368296"/>
            <a:ext cx="2103120" cy="2286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100" b="0">
                <a:solidFill>
                  <a:srgbClr val="5F5F5F"/>
                </a:solidFill>
                <a:latin typeface="Arial"/>
                <a:ea typeface="Arial"/>
                <a:cs typeface="Arial"/>
              </a:rPr>
              <a:t>Thành viên</a:t>
            </a:r>
          </a:p>
        </p:txBody>
      </p:sp>
      <p:sp>
        <p:nvSpPr>
          <p:cNvPr id="168" name="Connector 167">
            <a:extLst xmlns:a="http://schemas.openxmlformats.org/drawingml/2006/main">
              <a:ext uri="{FF2B5EF4-FFF2-40B4-BE49-F238E27FC236}">
                <a16:creationId xmlns:a16="http://schemas.microsoft.com/office/drawing/2014/main" id="{05F6D561-E627-4B98-9855-DE5B976877F8}"/>
              </a:ext>
            </a:extLst>
          </p:cNvPr>
          <p:cNvSpPr>
            <a:spLocks xmlns:a="http://schemas.openxmlformats.org/drawingml/2006/main" noGrp="1"/>
          </p:cNvSpPr>
          <p:nvPr/>
        </p:nvSpPr>
        <p:spPr>
          <a:xfrm xmlns:a="http://schemas.openxmlformats.org/drawingml/2006/main">
            <a:off x="10213848" y="2093976"/>
            <a:ext cx="0" cy="530352"/>
          </a:xfrm>
          <a:prstGeom xmlns:a="http://schemas.openxmlformats.org/drawingml/2006/main" prst="line">
            <a:avLst/>
          </a:prstGeom>
          <a:ln xmlns:a="http://schemas.openxmlformats.org/drawingml/2006/main" w="15240">
            <a:solidFill>
              <a:srgbClr val="1067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9" name="Rounded Rectangle 168">
            <a:extLst xmlns:a="http://schemas.openxmlformats.org/drawingml/2006/main">
              <a:ext uri="{FF2B5EF4-FFF2-40B4-BE49-F238E27FC236}">
                <a16:creationId xmlns:a16="http://schemas.microsoft.com/office/drawing/2014/main" id="{C6828191-8213-4C8C-9BD5-4CEC9BCA8FF3}"/>
              </a:ext>
            </a:extLst>
          </p:cNvPr>
          <p:cNvSpPr>
            <a:spLocks xmlns:a="http://schemas.openxmlformats.org/drawingml/2006/main" noGrp="1"/>
          </p:cNvSpPr>
          <p:nvPr/>
        </p:nvSpPr>
        <p:spPr>
          <a:xfrm xmlns:a="http://schemas.openxmlformats.org/drawingml/2006/main">
            <a:off x="1965960" y="3072384"/>
            <a:ext cx="4114800" cy="841248"/>
          </a:xfrm>
          <a:prstGeom xmlns:a="http://schemas.openxmlformats.org/drawingml/2006/main" prst="roundRect">
            <a:avLst/>
          </a:prstGeom>
          <a:solidFill xmlns:a="http://schemas.openxmlformats.org/drawingml/2006/main">
            <a:srgbClr val="EFF2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0" name="Rounded Rectangle 169">
            <a:extLst xmlns:a="http://schemas.openxmlformats.org/drawingml/2006/main">
              <a:ext uri="{FF2B5EF4-FFF2-40B4-BE49-F238E27FC236}">
                <a16:creationId xmlns:a16="http://schemas.microsoft.com/office/drawing/2014/main" id="{FB5A113D-AB8F-4E33-A6A8-9D721031CB72}"/>
              </a:ext>
            </a:extLst>
          </p:cNvPr>
          <p:cNvSpPr>
            <a:spLocks xmlns:a="http://schemas.openxmlformats.org/drawingml/2006/main" noGrp="1"/>
          </p:cNvSpPr>
          <p:nvPr/>
        </p:nvSpPr>
        <p:spPr>
          <a:xfrm xmlns:a="http://schemas.openxmlformats.org/drawingml/2006/main">
            <a:off x="1920240" y="3017520"/>
            <a:ext cx="685800" cy="841248"/>
          </a:xfrm>
          <a:prstGeom xmlns:a="http://schemas.openxmlformats.org/drawingml/2006/main" prst="roundRect">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1" name="TextBox 170">
            <a:extLst xmlns:a="http://schemas.openxmlformats.org/drawingml/2006/main">
              <a:ext uri="{FF2B5EF4-FFF2-40B4-BE49-F238E27FC236}">
                <a16:creationId xmlns:a16="http://schemas.microsoft.com/office/drawing/2014/main" id="{6CDF256E-FE67-43CC-A14A-E7C0202BCE30}"/>
              </a:ext>
            </a:extLst>
          </p:cNvPr>
          <p:cNvSpPr>
            <a:spLocks xmlns:a="http://schemas.openxmlformats.org/drawingml/2006/main" noGrp="1"/>
          </p:cNvSpPr>
          <p:nvPr/>
        </p:nvSpPr>
        <p:spPr>
          <a:xfrm xmlns:a="http://schemas.openxmlformats.org/drawingml/2006/main">
            <a:off x="1858025" y="3251409"/>
            <a:ext cx="566928" cy="38404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03</a:t>
            </a:r>
          </a:p>
        </p:txBody>
      </p:sp>
      <p:sp>
        <p:nvSpPr>
          <p:cNvPr id="172" name="Rounded Rectangle 171">
            <a:extLst xmlns:a="http://schemas.openxmlformats.org/drawingml/2006/main">
              <a:ext uri="{FF2B5EF4-FFF2-40B4-BE49-F238E27FC236}">
                <a16:creationId xmlns:a16="http://schemas.microsoft.com/office/drawing/2014/main" id="{508B0100-F2C6-4289-8EE7-6AEA83DDDF84}"/>
              </a:ext>
            </a:extLst>
          </p:cNvPr>
          <p:cNvSpPr>
            <a:spLocks xmlns:a="http://schemas.openxmlformats.org/drawingml/2006/main" noGrp="1"/>
          </p:cNvSpPr>
          <p:nvPr/>
        </p:nvSpPr>
        <p:spPr>
          <a:xfrm xmlns:a="http://schemas.openxmlformats.org/drawingml/2006/main">
            <a:off x="2423160" y="3017520"/>
            <a:ext cx="3611880" cy="841248"/>
          </a:xfrm>
          <a:prstGeom xmlns:a="http://schemas.openxmlformats.org/drawingml/2006/main" prst="roundRect">
            <a:avLst/>
          </a:prstGeom>
          <a:solidFill xmlns:a="http://schemas.openxmlformats.org/drawingml/2006/main">
            <a:srgbClr val="FFFFFF"/>
          </a:solidFill>
          <a:ln xmlns:a="http://schemas.openxmlformats.org/drawingml/2006/main" w="7620">
            <a:solidFill>
              <a:srgbClr val="E1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3" name="Oval 172">
            <a:extLst xmlns:a="http://schemas.openxmlformats.org/drawingml/2006/main">
              <a:ext uri="{FF2B5EF4-FFF2-40B4-BE49-F238E27FC236}">
                <a16:creationId xmlns:a16="http://schemas.microsoft.com/office/drawing/2014/main" id="{86FA0B7C-B458-4535-9F6A-92EBC9492A02}"/>
              </a:ext>
            </a:extLst>
          </p:cNvPr>
          <p:cNvSpPr>
            <a:spLocks xmlns:a="http://schemas.openxmlformats.org/drawingml/2006/main" noGrp="1"/>
          </p:cNvSpPr>
          <p:nvPr/>
        </p:nvSpPr>
        <p:spPr>
          <a:xfrm xmlns:a="http://schemas.openxmlformats.org/drawingml/2006/main">
            <a:off x="2807208" y="3108960"/>
            <a:ext cx="658368" cy="658368"/>
          </a:xfrm>
          <a:prstGeom xmlns:a="http://schemas.openxmlformats.org/drawingml/2006/main" prst="ellipse">
            <a:avLst/>
          </a:prstGeom>
          <a:solidFill xmlns:a="http://schemas.openxmlformats.org/drawingml/2006/main">
            <a:srgbClr val="FFFFFF"/>
          </a:solidFill>
          <a:ln xmlns:a="http://schemas.openxmlformats.org/drawingml/2006/main" w="165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4" name="Oval 173">
            <a:extLst xmlns:a="http://schemas.openxmlformats.org/drawingml/2006/main">
              <a:ext uri="{FF2B5EF4-FFF2-40B4-BE49-F238E27FC236}">
                <a16:creationId xmlns:a16="http://schemas.microsoft.com/office/drawing/2014/main" id="{DD624336-5C6F-43A1-A973-B951CEF34A58}"/>
              </a:ext>
            </a:extLst>
          </p:cNvPr>
          <p:cNvSpPr>
            <a:spLocks xmlns:a="http://schemas.openxmlformats.org/drawingml/2006/main" noGrp="1"/>
          </p:cNvSpPr>
          <p:nvPr/>
        </p:nvSpPr>
        <p:spPr>
          <a:xfrm xmlns:a="http://schemas.openxmlformats.org/drawingml/2006/main">
            <a:off x="3067812" y="3259835"/>
            <a:ext cx="137160" cy="137160"/>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5" name="Isosceles Triangle 174">
            <a:extLst xmlns:a="http://schemas.openxmlformats.org/drawingml/2006/main">
              <a:ext uri="{FF2B5EF4-FFF2-40B4-BE49-F238E27FC236}">
                <a16:creationId xmlns:a16="http://schemas.microsoft.com/office/drawing/2014/main" id="{C2BA6AD0-D23C-4334-A4E9-79577CD82667}"/>
              </a:ext>
            </a:extLst>
          </p:cNvPr>
          <p:cNvSpPr>
            <a:spLocks xmlns:a="http://schemas.openxmlformats.org/drawingml/2006/main" noGrp="1"/>
          </p:cNvSpPr>
          <p:nvPr/>
        </p:nvSpPr>
        <p:spPr>
          <a:xfrm xmlns:a="http://schemas.openxmlformats.org/drawingml/2006/main">
            <a:off x="3017520" y="3429000"/>
            <a:ext cx="237744" cy="201168"/>
          </a:xfrm>
          <a:prstGeom xmlns:a="http://schemas.openxmlformats.org/drawingml/2006/main" prst="triangle">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6" name="TextBox 175">
            <a:extLst xmlns:a="http://schemas.openxmlformats.org/drawingml/2006/main">
              <a:ext uri="{FF2B5EF4-FFF2-40B4-BE49-F238E27FC236}">
                <a16:creationId xmlns:a16="http://schemas.microsoft.com/office/drawing/2014/main" id="{32BE607B-A020-4F6B-A94B-152B551DD1C9}"/>
              </a:ext>
            </a:extLst>
          </p:cNvPr>
          <p:cNvSpPr>
            <a:spLocks xmlns:a="http://schemas.openxmlformats.org/drawingml/2006/main" noGrp="1"/>
          </p:cNvSpPr>
          <p:nvPr/>
        </p:nvSpPr>
        <p:spPr>
          <a:xfrm xmlns:a="http://schemas.openxmlformats.org/drawingml/2006/main">
            <a:off x="3749039" y="3127248"/>
            <a:ext cx="210312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500" b="1">
                <a:solidFill>
                  <a:srgbClr val="08306F"/>
                </a:solidFill>
                <a:latin typeface="Arial"/>
                <a:ea typeface="Arial"/>
                <a:cs typeface="Arial"/>
              </a:rPr>
              <a:t>Lạc Mạnh Quân</a:t>
            </a:r>
          </a:p>
        </p:txBody>
      </p:sp>
      <p:sp>
        <p:nvSpPr>
          <p:cNvPr id="177" name="TextBox 176">
            <a:extLst xmlns:a="http://schemas.openxmlformats.org/drawingml/2006/main">
              <a:ext uri="{FF2B5EF4-FFF2-40B4-BE49-F238E27FC236}">
                <a16:creationId xmlns:a16="http://schemas.microsoft.com/office/drawing/2014/main" id="{7A2B0273-7754-45B3-AC24-D5D5BF754FA1}"/>
              </a:ext>
            </a:extLst>
          </p:cNvPr>
          <p:cNvSpPr>
            <a:spLocks xmlns:a="http://schemas.openxmlformats.org/drawingml/2006/main" noGrp="1"/>
          </p:cNvSpPr>
          <p:nvPr/>
        </p:nvSpPr>
        <p:spPr>
          <a:xfrm xmlns:a="http://schemas.openxmlformats.org/drawingml/2006/main">
            <a:off x="3749039" y="3447287"/>
            <a:ext cx="2103120" cy="2286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100" b="0">
                <a:solidFill>
                  <a:srgbClr val="5F5F5F"/>
                </a:solidFill>
                <a:latin typeface="Arial"/>
                <a:ea typeface="Arial"/>
                <a:cs typeface="Arial"/>
              </a:rPr>
              <a:t>Thành viên</a:t>
            </a:r>
          </a:p>
        </p:txBody>
      </p:sp>
      <p:sp>
        <p:nvSpPr>
          <p:cNvPr id="178" name="Connector 177">
            <a:extLst xmlns:a="http://schemas.openxmlformats.org/drawingml/2006/main">
              <a:ext uri="{FF2B5EF4-FFF2-40B4-BE49-F238E27FC236}">
                <a16:creationId xmlns:a16="http://schemas.microsoft.com/office/drawing/2014/main" id="{CB778DD6-C778-4EED-9875-968763C2E48B}"/>
              </a:ext>
            </a:extLst>
          </p:cNvPr>
          <p:cNvSpPr>
            <a:spLocks xmlns:a="http://schemas.openxmlformats.org/drawingml/2006/main" noGrp="1"/>
          </p:cNvSpPr>
          <p:nvPr/>
        </p:nvSpPr>
        <p:spPr>
          <a:xfrm xmlns:a="http://schemas.openxmlformats.org/drawingml/2006/main">
            <a:off x="5961888" y="3172968"/>
            <a:ext cx="0" cy="530352"/>
          </a:xfrm>
          <a:prstGeom xmlns:a="http://schemas.openxmlformats.org/drawingml/2006/main" prst="line">
            <a:avLst/>
          </a:prstGeom>
          <a:ln xmlns:a="http://schemas.openxmlformats.org/drawingml/2006/main" w="15240">
            <a:solidFill>
              <a:srgbClr val="1067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9" name="Rounded Rectangle 178">
            <a:extLst xmlns:a="http://schemas.openxmlformats.org/drawingml/2006/main">
              <a:ext uri="{FF2B5EF4-FFF2-40B4-BE49-F238E27FC236}">
                <a16:creationId xmlns:a16="http://schemas.microsoft.com/office/drawing/2014/main" id="{B7F16549-C725-41D5-AC6A-EADA26EF1377}"/>
              </a:ext>
            </a:extLst>
          </p:cNvPr>
          <p:cNvSpPr>
            <a:spLocks xmlns:a="http://schemas.openxmlformats.org/drawingml/2006/main" noGrp="1"/>
          </p:cNvSpPr>
          <p:nvPr/>
        </p:nvSpPr>
        <p:spPr>
          <a:xfrm xmlns:a="http://schemas.openxmlformats.org/drawingml/2006/main">
            <a:off x="6217920" y="3072384"/>
            <a:ext cx="4114800" cy="841248"/>
          </a:xfrm>
          <a:prstGeom xmlns:a="http://schemas.openxmlformats.org/drawingml/2006/main" prst="roundRect">
            <a:avLst/>
          </a:prstGeom>
          <a:solidFill xmlns:a="http://schemas.openxmlformats.org/drawingml/2006/main">
            <a:srgbClr val="EFF2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0" name="Rounded Rectangle 179">
            <a:extLst xmlns:a="http://schemas.openxmlformats.org/drawingml/2006/main">
              <a:ext uri="{FF2B5EF4-FFF2-40B4-BE49-F238E27FC236}">
                <a16:creationId xmlns:a16="http://schemas.microsoft.com/office/drawing/2014/main" id="{0BDCA736-7423-40DE-B82E-5A363411A9A6}"/>
              </a:ext>
            </a:extLst>
          </p:cNvPr>
          <p:cNvSpPr>
            <a:spLocks xmlns:a="http://schemas.openxmlformats.org/drawingml/2006/main" noGrp="1"/>
          </p:cNvSpPr>
          <p:nvPr/>
        </p:nvSpPr>
        <p:spPr>
          <a:xfrm xmlns:a="http://schemas.openxmlformats.org/drawingml/2006/main">
            <a:off x="6172200" y="3017520"/>
            <a:ext cx="685800" cy="841248"/>
          </a:xfrm>
          <a:prstGeom xmlns:a="http://schemas.openxmlformats.org/drawingml/2006/main" prst="roundRect">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1" name="TextBox 180">
            <a:extLst xmlns:a="http://schemas.openxmlformats.org/drawingml/2006/main">
              <a:ext uri="{FF2B5EF4-FFF2-40B4-BE49-F238E27FC236}">
                <a16:creationId xmlns:a16="http://schemas.microsoft.com/office/drawing/2014/main" id="{B92994DD-ABF2-4173-9EB0-1101642ED0B0}"/>
              </a:ext>
            </a:extLst>
          </p:cNvPr>
          <p:cNvSpPr>
            <a:spLocks xmlns:a="http://schemas.openxmlformats.org/drawingml/2006/main" noGrp="1"/>
          </p:cNvSpPr>
          <p:nvPr/>
        </p:nvSpPr>
        <p:spPr>
          <a:xfrm xmlns:a="http://schemas.openxmlformats.org/drawingml/2006/main">
            <a:off x="6087573" y="3240203"/>
            <a:ext cx="566928" cy="38404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04</a:t>
            </a:r>
          </a:p>
        </p:txBody>
      </p:sp>
      <p:sp>
        <p:nvSpPr>
          <p:cNvPr id="182" name="Rounded Rectangle 181">
            <a:extLst xmlns:a="http://schemas.openxmlformats.org/drawingml/2006/main">
              <a:ext uri="{FF2B5EF4-FFF2-40B4-BE49-F238E27FC236}">
                <a16:creationId xmlns:a16="http://schemas.microsoft.com/office/drawing/2014/main" id="{603BEF38-CE3D-4D3A-8ABA-F3555F2F5B2D}"/>
              </a:ext>
            </a:extLst>
          </p:cNvPr>
          <p:cNvSpPr>
            <a:spLocks xmlns:a="http://schemas.openxmlformats.org/drawingml/2006/main" noGrp="1"/>
          </p:cNvSpPr>
          <p:nvPr/>
        </p:nvSpPr>
        <p:spPr>
          <a:xfrm xmlns:a="http://schemas.openxmlformats.org/drawingml/2006/main">
            <a:off x="6675120" y="3017520"/>
            <a:ext cx="3611880" cy="841248"/>
          </a:xfrm>
          <a:prstGeom xmlns:a="http://schemas.openxmlformats.org/drawingml/2006/main" prst="roundRect">
            <a:avLst/>
          </a:prstGeom>
          <a:solidFill xmlns:a="http://schemas.openxmlformats.org/drawingml/2006/main">
            <a:srgbClr val="FFFFFF"/>
          </a:solidFill>
          <a:ln xmlns:a="http://schemas.openxmlformats.org/drawingml/2006/main" w="7620">
            <a:solidFill>
              <a:srgbClr val="E1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3" name="Oval 182">
            <a:extLst xmlns:a="http://schemas.openxmlformats.org/drawingml/2006/main">
              <a:ext uri="{FF2B5EF4-FFF2-40B4-BE49-F238E27FC236}">
                <a16:creationId xmlns:a16="http://schemas.microsoft.com/office/drawing/2014/main" id="{84581774-8D30-4695-A1CC-308A2D981E6F}"/>
              </a:ext>
            </a:extLst>
          </p:cNvPr>
          <p:cNvSpPr>
            <a:spLocks xmlns:a="http://schemas.openxmlformats.org/drawingml/2006/main" noGrp="1"/>
          </p:cNvSpPr>
          <p:nvPr/>
        </p:nvSpPr>
        <p:spPr>
          <a:xfrm xmlns:a="http://schemas.openxmlformats.org/drawingml/2006/main">
            <a:off x="7059168" y="3108960"/>
            <a:ext cx="658368" cy="658368"/>
          </a:xfrm>
          <a:prstGeom xmlns:a="http://schemas.openxmlformats.org/drawingml/2006/main" prst="ellipse">
            <a:avLst/>
          </a:prstGeom>
          <a:solidFill xmlns:a="http://schemas.openxmlformats.org/drawingml/2006/main">
            <a:srgbClr val="FFFFFF"/>
          </a:solidFill>
          <a:ln xmlns:a="http://schemas.openxmlformats.org/drawingml/2006/main" w="165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4" name="Oval 183">
            <a:extLst xmlns:a="http://schemas.openxmlformats.org/drawingml/2006/main">
              <a:ext uri="{FF2B5EF4-FFF2-40B4-BE49-F238E27FC236}">
                <a16:creationId xmlns:a16="http://schemas.microsoft.com/office/drawing/2014/main" id="{2AC0E24A-A0EB-4E2A-907D-1472E73147A9}"/>
              </a:ext>
            </a:extLst>
          </p:cNvPr>
          <p:cNvSpPr>
            <a:spLocks xmlns:a="http://schemas.openxmlformats.org/drawingml/2006/main" noGrp="1"/>
          </p:cNvSpPr>
          <p:nvPr/>
        </p:nvSpPr>
        <p:spPr>
          <a:xfrm xmlns:a="http://schemas.openxmlformats.org/drawingml/2006/main">
            <a:off x="7319772" y="3259835"/>
            <a:ext cx="137160" cy="137160"/>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5" name="Isosceles Triangle 184">
            <a:extLst xmlns:a="http://schemas.openxmlformats.org/drawingml/2006/main">
              <a:ext uri="{FF2B5EF4-FFF2-40B4-BE49-F238E27FC236}">
                <a16:creationId xmlns:a16="http://schemas.microsoft.com/office/drawing/2014/main" id="{620A5EC7-C1ED-494E-9EBA-29CFECEBC308}"/>
              </a:ext>
            </a:extLst>
          </p:cNvPr>
          <p:cNvSpPr>
            <a:spLocks xmlns:a="http://schemas.openxmlformats.org/drawingml/2006/main" noGrp="1"/>
          </p:cNvSpPr>
          <p:nvPr/>
        </p:nvSpPr>
        <p:spPr>
          <a:xfrm xmlns:a="http://schemas.openxmlformats.org/drawingml/2006/main">
            <a:off x="7269480" y="3429000"/>
            <a:ext cx="237744" cy="201168"/>
          </a:xfrm>
          <a:prstGeom xmlns:a="http://schemas.openxmlformats.org/drawingml/2006/main" prst="triangle">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6" name="TextBox 185">
            <a:extLst xmlns:a="http://schemas.openxmlformats.org/drawingml/2006/main">
              <a:ext uri="{FF2B5EF4-FFF2-40B4-BE49-F238E27FC236}">
                <a16:creationId xmlns:a16="http://schemas.microsoft.com/office/drawing/2014/main" id="{925DA788-56D1-44D8-BE4B-F27513BF52C6}"/>
              </a:ext>
            </a:extLst>
          </p:cNvPr>
          <p:cNvSpPr>
            <a:spLocks xmlns:a="http://schemas.openxmlformats.org/drawingml/2006/main" noGrp="1"/>
          </p:cNvSpPr>
          <p:nvPr/>
        </p:nvSpPr>
        <p:spPr>
          <a:xfrm xmlns:a="http://schemas.openxmlformats.org/drawingml/2006/main">
            <a:off x="8001000" y="3127248"/>
            <a:ext cx="210312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500" b="1">
                <a:solidFill>
                  <a:srgbClr val="08306F"/>
                </a:solidFill>
                <a:latin typeface="Arial"/>
                <a:ea typeface="Arial"/>
                <a:cs typeface="Arial"/>
              </a:rPr>
              <a:t>Y Thiết Niê</a:t>
            </a:r>
          </a:p>
        </p:txBody>
      </p:sp>
      <p:sp>
        <p:nvSpPr>
          <p:cNvPr id="187" name="TextBox 186">
            <a:extLst xmlns:a="http://schemas.openxmlformats.org/drawingml/2006/main">
              <a:ext uri="{FF2B5EF4-FFF2-40B4-BE49-F238E27FC236}">
                <a16:creationId xmlns:a16="http://schemas.microsoft.com/office/drawing/2014/main" id="{CEA09F45-122A-4C9D-B2BE-00E49AB56AE6}"/>
              </a:ext>
            </a:extLst>
          </p:cNvPr>
          <p:cNvSpPr>
            <a:spLocks xmlns:a="http://schemas.openxmlformats.org/drawingml/2006/main" noGrp="1"/>
          </p:cNvSpPr>
          <p:nvPr/>
        </p:nvSpPr>
        <p:spPr>
          <a:xfrm xmlns:a="http://schemas.openxmlformats.org/drawingml/2006/main">
            <a:off x="8001000" y="3447287"/>
            <a:ext cx="2103120" cy="2286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100" b="0">
                <a:solidFill>
                  <a:srgbClr val="5F5F5F"/>
                </a:solidFill>
                <a:latin typeface="Arial"/>
                <a:ea typeface="Arial"/>
                <a:cs typeface="Arial"/>
              </a:rPr>
              <a:t>Thành viên</a:t>
            </a:r>
          </a:p>
        </p:txBody>
      </p:sp>
      <p:sp>
        <p:nvSpPr>
          <p:cNvPr id="188" name="Connector 187">
            <a:extLst xmlns:a="http://schemas.openxmlformats.org/drawingml/2006/main">
              <a:ext uri="{FF2B5EF4-FFF2-40B4-BE49-F238E27FC236}">
                <a16:creationId xmlns:a16="http://schemas.microsoft.com/office/drawing/2014/main" id="{CA1BB213-D475-4D9D-885F-71D75070B7E6}"/>
              </a:ext>
            </a:extLst>
          </p:cNvPr>
          <p:cNvSpPr>
            <a:spLocks xmlns:a="http://schemas.openxmlformats.org/drawingml/2006/main" noGrp="1"/>
          </p:cNvSpPr>
          <p:nvPr/>
        </p:nvSpPr>
        <p:spPr>
          <a:xfrm xmlns:a="http://schemas.openxmlformats.org/drawingml/2006/main">
            <a:off x="10213848" y="3172968"/>
            <a:ext cx="0" cy="530352"/>
          </a:xfrm>
          <a:prstGeom xmlns:a="http://schemas.openxmlformats.org/drawingml/2006/main" prst="line">
            <a:avLst/>
          </a:prstGeom>
          <a:ln xmlns:a="http://schemas.openxmlformats.org/drawingml/2006/main" w="15240">
            <a:solidFill>
              <a:srgbClr val="1067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9" name="Rounded Rectangle 188">
            <a:extLst xmlns:a="http://schemas.openxmlformats.org/drawingml/2006/main">
              <a:ext uri="{FF2B5EF4-FFF2-40B4-BE49-F238E27FC236}">
                <a16:creationId xmlns:a16="http://schemas.microsoft.com/office/drawing/2014/main" id="{CCA9CF20-996A-455C-A626-53786B4B075F}"/>
              </a:ext>
            </a:extLst>
          </p:cNvPr>
          <p:cNvSpPr>
            <a:spLocks xmlns:a="http://schemas.openxmlformats.org/drawingml/2006/main" noGrp="1"/>
          </p:cNvSpPr>
          <p:nvPr/>
        </p:nvSpPr>
        <p:spPr>
          <a:xfrm xmlns:a="http://schemas.openxmlformats.org/drawingml/2006/main">
            <a:off x="1965960" y="4151376"/>
            <a:ext cx="4114800" cy="841248"/>
          </a:xfrm>
          <a:prstGeom xmlns:a="http://schemas.openxmlformats.org/drawingml/2006/main" prst="roundRect">
            <a:avLst/>
          </a:prstGeom>
          <a:solidFill xmlns:a="http://schemas.openxmlformats.org/drawingml/2006/main">
            <a:srgbClr val="EFF2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0" name="Rounded Rectangle 189">
            <a:extLst xmlns:a="http://schemas.openxmlformats.org/drawingml/2006/main">
              <a:ext uri="{FF2B5EF4-FFF2-40B4-BE49-F238E27FC236}">
                <a16:creationId xmlns:a16="http://schemas.microsoft.com/office/drawing/2014/main" id="{148358EF-5E24-4FDA-893A-1B537EBFF7D8}"/>
              </a:ext>
            </a:extLst>
          </p:cNvPr>
          <p:cNvSpPr>
            <a:spLocks xmlns:a="http://schemas.openxmlformats.org/drawingml/2006/main" noGrp="1"/>
          </p:cNvSpPr>
          <p:nvPr/>
        </p:nvSpPr>
        <p:spPr>
          <a:xfrm xmlns:a="http://schemas.openxmlformats.org/drawingml/2006/main">
            <a:off x="1920240" y="4096512"/>
            <a:ext cx="685800" cy="841248"/>
          </a:xfrm>
          <a:prstGeom xmlns:a="http://schemas.openxmlformats.org/drawingml/2006/main" prst="roundRect">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1" name="TextBox 190">
            <a:extLst xmlns:a="http://schemas.openxmlformats.org/drawingml/2006/main">
              <a:ext uri="{FF2B5EF4-FFF2-40B4-BE49-F238E27FC236}">
                <a16:creationId xmlns:a16="http://schemas.microsoft.com/office/drawing/2014/main" id="{BC402D71-C4A7-48B3-AEF6-4A4E3D8AD157}"/>
              </a:ext>
            </a:extLst>
          </p:cNvPr>
          <p:cNvSpPr>
            <a:spLocks xmlns:a="http://schemas.openxmlformats.org/drawingml/2006/main" noGrp="1"/>
          </p:cNvSpPr>
          <p:nvPr/>
        </p:nvSpPr>
        <p:spPr>
          <a:xfrm xmlns:a="http://schemas.openxmlformats.org/drawingml/2006/main">
            <a:off x="1858025" y="4330401"/>
            <a:ext cx="566928" cy="38404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05</a:t>
            </a:r>
          </a:p>
        </p:txBody>
      </p:sp>
      <p:sp>
        <p:nvSpPr>
          <p:cNvPr id="192" name="Rounded Rectangle 191">
            <a:extLst xmlns:a="http://schemas.openxmlformats.org/drawingml/2006/main">
              <a:ext uri="{FF2B5EF4-FFF2-40B4-BE49-F238E27FC236}">
                <a16:creationId xmlns:a16="http://schemas.microsoft.com/office/drawing/2014/main" id="{0DD20917-6A81-4C61-BEB0-80474BD84460}"/>
              </a:ext>
            </a:extLst>
          </p:cNvPr>
          <p:cNvSpPr>
            <a:spLocks xmlns:a="http://schemas.openxmlformats.org/drawingml/2006/main" noGrp="1"/>
          </p:cNvSpPr>
          <p:nvPr/>
        </p:nvSpPr>
        <p:spPr>
          <a:xfrm xmlns:a="http://schemas.openxmlformats.org/drawingml/2006/main">
            <a:off x="2423160" y="4096512"/>
            <a:ext cx="3611880" cy="841248"/>
          </a:xfrm>
          <a:prstGeom xmlns:a="http://schemas.openxmlformats.org/drawingml/2006/main" prst="roundRect">
            <a:avLst/>
          </a:prstGeom>
          <a:solidFill xmlns:a="http://schemas.openxmlformats.org/drawingml/2006/main">
            <a:srgbClr val="FFFFFF"/>
          </a:solidFill>
          <a:ln xmlns:a="http://schemas.openxmlformats.org/drawingml/2006/main" w="7620">
            <a:solidFill>
              <a:srgbClr val="E1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3" name="Oval 192">
            <a:extLst xmlns:a="http://schemas.openxmlformats.org/drawingml/2006/main">
              <a:ext uri="{FF2B5EF4-FFF2-40B4-BE49-F238E27FC236}">
                <a16:creationId xmlns:a16="http://schemas.microsoft.com/office/drawing/2014/main" id="{59510AD1-D98E-49B3-BF63-890EB4921986}"/>
              </a:ext>
            </a:extLst>
          </p:cNvPr>
          <p:cNvSpPr>
            <a:spLocks xmlns:a="http://schemas.openxmlformats.org/drawingml/2006/main" noGrp="1"/>
          </p:cNvSpPr>
          <p:nvPr/>
        </p:nvSpPr>
        <p:spPr>
          <a:xfrm xmlns:a="http://schemas.openxmlformats.org/drawingml/2006/main">
            <a:off x="2807208" y="4187952"/>
            <a:ext cx="658368" cy="658368"/>
          </a:xfrm>
          <a:prstGeom xmlns:a="http://schemas.openxmlformats.org/drawingml/2006/main" prst="ellipse">
            <a:avLst/>
          </a:prstGeom>
          <a:solidFill xmlns:a="http://schemas.openxmlformats.org/drawingml/2006/main">
            <a:srgbClr val="FFFFFF"/>
          </a:solidFill>
          <a:ln xmlns:a="http://schemas.openxmlformats.org/drawingml/2006/main" w="165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4" name="Oval 193">
            <a:extLst xmlns:a="http://schemas.openxmlformats.org/drawingml/2006/main">
              <a:ext uri="{FF2B5EF4-FFF2-40B4-BE49-F238E27FC236}">
                <a16:creationId xmlns:a16="http://schemas.microsoft.com/office/drawing/2014/main" id="{8C4EBE8F-29C6-456B-82D3-C242B968FF9C}"/>
              </a:ext>
            </a:extLst>
          </p:cNvPr>
          <p:cNvSpPr>
            <a:spLocks xmlns:a="http://schemas.openxmlformats.org/drawingml/2006/main" noGrp="1"/>
          </p:cNvSpPr>
          <p:nvPr/>
        </p:nvSpPr>
        <p:spPr>
          <a:xfrm xmlns:a="http://schemas.openxmlformats.org/drawingml/2006/main">
            <a:off x="3067812" y="4338828"/>
            <a:ext cx="137160" cy="137160"/>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5" name="Isosceles Triangle 194">
            <a:extLst xmlns:a="http://schemas.openxmlformats.org/drawingml/2006/main">
              <a:ext uri="{FF2B5EF4-FFF2-40B4-BE49-F238E27FC236}">
                <a16:creationId xmlns:a16="http://schemas.microsoft.com/office/drawing/2014/main" id="{320E81AD-00DA-4774-92D4-E11596AD5444}"/>
              </a:ext>
            </a:extLst>
          </p:cNvPr>
          <p:cNvSpPr>
            <a:spLocks xmlns:a="http://schemas.openxmlformats.org/drawingml/2006/main" noGrp="1"/>
          </p:cNvSpPr>
          <p:nvPr/>
        </p:nvSpPr>
        <p:spPr>
          <a:xfrm xmlns:a="http://schemas.openxmlformats.org/drawingml/2006/main">
            <a:off x="3017520" y="4507992"/>
            <a:ext cx="237744" cy="201168"/>
          </a:xfrm>
          <a:prstGeom xmlns:a="http://schemas.openxmlformats.org/drawingml/2006/main" prst="triangle">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6" name="TextBox 195">
            <a:extLst xmlns:a="http://schemas.openxmlformats.org/drawingml/2006/main">
              <a:ext uri="{FF2B5EF4-FFF2-40B4-BE49-F238E27FC236}">
                <a16:creationId xmlns:a16="http://schemas.microsoft.com/office/drawing/2014/main" id="{6CCAD4E5-73A7-4348-959E-BF619746C61C}"/>
              </a:ext>
            </a:extLst>
          </p:cNvPr>
          <p:cNvSpPr>
            <a:spLocks xmlns:a="http://schemas.openxmlformats.org/drawingml/2006/main" noGrp="1"/>
          </p:cNvSpPr>
          <p:nvPr/>
        </p:nvSpPr>
        <p:spPr>
          <a:xfrm xmlns:a="http://schemas.openxmlformats.org/drawingml/2006/main">
            <a:off x="3749039" y="4181818"/>
            <a:ext cx="1058047" cy="323165"/>
          </a:xfrm>
          <a:prstGeom xmlns:a="http://schemas.openxmlformats.org/drawingml/2006/main" prst="rect">
            <a:avLst/>
          </a:prstGeom>
          <a:noFill xmlns:a="http://schemas.openxmlformats.org/drawingml/2006/main"/>
        </p:spPr>
        <p:txBody>
          <a:bodyPr xmlns:a="http://schemas.openxmlformats.org/drawingml/2006/main" wrap="none" lIns="91440" tIns="45720" rIns="91440" bIns="45720" anchor="ctr">
            <a:spAutoFit/>
          </a:bodyPr>
          <a:lstStyle xmlns:a="http://schemas.openxmlformats.org/drawingml/2006/main"/>
          <a:p xmlns:a="http://schemas.openxmlformats.org/drawingml/2006/main">
            <a:r>
              <a:rPr sz="1500" b="1">
                <a:solidFill>
                  <a:srgbClr val="08306F"/>
                </a:solidFill>
              </a:rPr>
              <a:t>Y Pak </a:t>
            </a:r>
            <a:r>
              <a:rPr sz="1500" b="1">
                <a:solidFill>
                  <a:srgbClr val="08306F"/>
                </a:solidFill>
              </a:rPr>
              <a:t>Ayŭn</a:t>
            </a:r>
            <a:endParaRPr b="1"/>
          </a:p>
        </p:txBody>
      </p:sp>
      <p:sp>
        <p:nvSpPr>
          <p:cNvPr id="197" name="TextBox 196">
            <a:extLst xmlns:a="http://schemas.openxmlformats.org/drawingml/2006/main">
              <a:ext uri="{FF2B5EF4-FFF2-40B4-BE49-F238E27FC236}">
                <a16:creationId xmlns:a16="http://schemas.microsoft.com/office/drawing/2014/main" id="{8D1B1D75-B7E0-4B5A-8BC3-0915BA9C9B9D}"/>
              </a:ext>
            </a:extLst>
          </p:cNvPr>
          <p:cNvSpPr>
            <a:spLocks xmlns:a="http://schemas.openxmlformats.org/drawingml/2006/main" noGrp="1"/>
          </p:cNvSpPr>
          <p:nvPr/>
        </p:nvSpPr>
        <p:spPr>
          <a:xfrm xmlns:a="http://schemas.openxmlformats.org/drawingml/2006/main">
            <a:off x="3749039" y="4526280"/>
            <a:ext cx="2103120" cy="2286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100" b="0">
                <a:solidFill>
                  <a:srgbClr val="5F5F5F"/>
                </a:solidFill>
                <a:latin typeface="Arial"/>
                <a:ea typeface="Arial"/>
                <a:cs typeface="Arial"/>
              </a:rPr>
              <a:t>Thành viên</a:t>
            </a:r>
          </a:p>
        </p:txBody>
      </p:sp>
      <p:sp>
        <p:nvSpPr>
          <p:cNvPr id="198" name="Connector 197">
            <a:extLst xmlns:a="http://schemas.openxmlformats.org/drawingml/2006/main">
              <a:ext uri="{FF2B5EF4-FFF2-40B4-BE49-F238E27FC236}">
                <a16:creationId xmlns:a16="http://schemas.microsoft.com/office/drawing/2014/main" id="{D35D01A6-4390-4D95-863E-51604D274955}"/>
              </a:ext>
            </a:extLst>
          </p:cNvPr>
          <p:cNvSpPr>
            <a:spLocks xmlns:a="http://schemas.openxmlformats.org/drawingml/2006/main" noGrp="1"/>
          </p:cNvSpPr>
          <p:nvPr/>
        </p:nvSpPr>
        <p:spPr>
          <a:xfrm xmlns:a="http://schemas.openxmlformats.org/drawingml/2006/main">
            <a:off x="5961888" y="4251960"/>
            <a:ext cx="0" cy="530352"/>
          </a:xfrm>
          <a:prstGeom xmlns:a="http://schemas.openxmlformats.org/drawingml/2006/main" prst="line">
            <a:avLst/>
          </a:prstGeom>
          <a:ln xmlns:a="http://schemas.openxmlformats.org/drawingml/2006/main" w="15240">
            <a:solidFill>
              <a:srgbClr val="1067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9" name="Rounded Rectangle 198">
            <a:extLst xmlns:a="http://schemas.openxmlformats.org/drawingml/2006/main">
              <a:ext uri="{FF2B5EF4-FFF2-40B4-BE49-F238E27FC236}">
                <a16:creationId xmlns:a16="http://schemas.microsoft.com/office/drawing/2014/main" id="{80FA8127-8358-4A1A-88DE-EB23A50A0196}"/>
              </a:ext>
            </a:extLst>
          </p:cNvPr>
          <p:cNvSpPr>
            <a:spLocks xmlns:a="http://schemas.openxmlformats.org/drawingml/2006/main" noGrp="1"/>
          </p:cNvSpPr>
          <p:nvPr/>
        </p:nvSpPr>
        <p:spPr>
          <a:xfrm xmlns:a="http://schemas.openxmlformats.org/drawingml/2006/main">
            <a:off x="6217920" y="4151376"/>
            <a:ext cx="4114800" cy="841248"/>
          </a:xfrm>
          <a:prstGeom xmlns:a="http://schemas.openxmlformats.org/drawingml/2006/main" prst="roundRect">
            <a:avLst/>
          </a:prstGeom>
          <a:solidFill xmlns:a="http://schemas.openxmlformats.org/drawingml/2006/main">
            <a:srgbClr val="EFF2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0" name="Rounded Rectangle 199">
            <a:extLst xmlns:a="http://schemas.openxmlformats.org/drawingml/2006/main">
              <a:ext uri="{FF2B5EF4-FFF2-40B4-BE49-F238E27FC236}">
                <a16:creationId xmlns:a16="http://schemas.microsoft.com/office/drawing/2014/main" id="{011A3F4E-F853-41B9-A7C7-216A2AAB6D7C}"/>
              </a:ext>
            </a:extLst>
          </p:cNvPr>
          <p:cNvSpPr>
            <a:spLocks xmlns:a="http://schemas.openxmlformats.org/drawingml/2006/main" noGrp="1"/>
          </p:cNvSpPr>
          <p:nvPr/>
        </p:nvSpPr>
        <p:spPr>
          <a:xfrm xmlns:a="http://schemas.openxmlformats.org/drawingml/2006/main">
            <a:off x="6172200" y="4096512"/>
            <a:ext cx="685800" cy="841248"/>
          </a:xfrm>
          <a:prstGeom xmlns:a="http://schemas.openxmlformats.org/drawingml/2006/main" prst="roundRect">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1" name="TextBox 200">
            <a:extLst xmlns:a="http://schemas.openxmlformats.org/drawingml/2006/main">
              <a:ext uri="{FF2B5EF4-FFF2-40B4-BE49-F238E27FC236}">
                <a16:creationId xmlns:a16="http://schemas.microsoft.com/office/drawing/2014/main" id="{A16C5A01-26F9-416F-8C51-F417C9CE67DD}"/>
              </a:ext>
            </a:extLst>
          </p:cNvPr>
          <p:cNvSpPr>
            <a:spLocks xmlns:a="http://schemas.openxmlformats.org/drawingml/2006/main" noGrp="1"/>
          </p:cNvSpPr>
          <p:nvPr/>
        </p:nvSpPr>
        <p:spPr>
          <a:xfrm xmlns:a="http://schemas.openxmlformats.org/drawingml/2006/main">
            <a:off x="6087573" y="4307989"/>
            <a:ext cx="566928" cy="38404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06</a:t>
            </a:r>
          </a:p>
        </p:txBody>
      </p:sp>
      <p:sp>
        <p:nvSpPr>
          <p:cNvPr id="202" name="Rounded Rectangle 201">
            <a:extLst xmlns:a="http://schemas.openxmlformats.org/drawingml/2006/main">
              <a:ext uri="{FF2B5EF4-FFF2-40B4-BE49-F238E27FC236}">
                <a16:creationId xmlns:a16="http://schemas.microsoft.com/office/drawing/2014/main" id="{21F17367-5C7A-43ED-ACCE-77C5B928FEEA}"/>
              </a:ext>
            </a:extLst>
          </p:cNvPr>
          <p:cNvSpPr>
            <a:spLocks xmlns:a="http://schemas.openxmlformats.org/drawingml/2006/main" noGrp="1"/>
          </p:cNvSpPr>
          <p:nvPr/>
        </p:nvSpPr>
        <p:spPr>
          <a:xfrm xmlns:a="http://schemas.openxmlformats.org/drawingml/2006/main">
            <a:off x="6675120" y="4096512"/>
            <a:ext cx="3611880" cy="841248"/>
          </a:xfrm>
          <a:prstGeom xmlns:a="http://schemas.openxmlformats.org/drawingml/2006/main" prst="roundRect">
            <a:avLst/>
          </a:prstGeom>
          <a:solidFill xmlns:a="http://schemas.openxmlformats.org/drawingml/2006/main">
            <a:srgbClr val="FFFFFF"/>
          </a:solidFill>
          <a:ln xmlns:a="http://schemas.openxmlformats.org/drawingml/2006/main" w="7620">
            <a:solidFill>
              <a:srgbClr val="E1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3" name="Oval 202">
            <a:extLst xmlns:a="http://schemas.openxmlformats.org/drawingml/2006/main">
              <a:ext uri="{FF2B5EF4-FFF2-40B4-BE49-F238E27FC236}">
                <a16:creationId xmlns:a16="http://schemas.microsoft.com/office/drawing/2014/main" id="{BFDC66B6-1C00-405D-84E9-B75B0EDA077E}"/>
              </a:ext>
            </a:extLst>
          </p:cNvPr>
          <p:cNvSpPr>
            <a:spLocks xmlns:a="http://schemas.openxmlformats.org/drawingml/2006/main" noGrp="1"/>
          </p:cNvSpPr>
          <p:nvPr/>
        </p:nvSpPr>
        <p:spPr>
          <a:xfrm xmlns:a="http://schemas.openxmlformats.org/drawingml/2006/main">
            <a:off x="7059168" y="4187952"/>
            <a:ext cx="658368" cy="658368"/>
          </a:xfrm>
          <a:prstGeom xmlns:a="http://schemas.openxmlformats.org/drawingml/2006/main" prst="ellipse">
            <a:avLst/>
          </a:prstGeom>
          <a:solidFill xmlns:a="http://schemas.openxmlformats.org/drawingml/2006/main">
            <a:srgbClr val="FFFFFF"/>
          </a:solidFill>
          <a:ln xmlns:a="http://schemas.openxmlformats.org/drawingml/2006/main" w="165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4" name="Oval 203">
            <a:extLst xmlns:a="http://schemas.openxmlformats.org/drawingml/2006/main">
              <a:ext uri="{FF2B5EF4-FFF2-40B4-BE49-F238E27FC236}">
                <a16:creationId xmlns:a16="http://schemas.microsoft.com/office/drawing/2014/main" id="{44DF5F0F-AF31-4A9D-B48D-9A0BDFB1EC99}"/>
              </a:ext>
            </a:extLst>
          </p:cNvPr>
          <p:cNvSpPr>
            <a:spLocks xmlns:a="http://schemas.openxmlformats.org/drawingml/2006/main" noGrp="1"/>
          </p:cNvSpPr>
          <p:nvPr/>
        </p:nvSpPr>
        <p:spPr>
          <a:xfrm xmlns:a="http://schemas.openxmlformats.org/drawingml/2006/main">
            <a:off x="7319772" y="4338828"/>
            <a:ext cx="137160" cy="137160"/>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5" name="Isosceles Triangle 204">
            <a:extLst xmlns:a="http://schemas.openxmlformats.org/drawingml/2006/main">
              <a:ext uri="{FF2B5EF4-FFF2-40B4-BE49-F238E27FC236}">
                <a16:creationId xmlns:a16="http://schemas.microsoft.com/office/drawing/2014/main" id="{5C6DFDA7-3A90-4390-A174-C4888DFA79CB}"/>
              </a:ext>
            </a:extLst>
          </p:cNvPr>
          <p:cNvSpPr>
            <a:spLocks xmlns:a="http://schemas.openxmlformats.org/drawingml/2006/main" noGrp="1"/>
          </p:cNvSpPr>
          <p:nvPr/>
        </p:nvSpPr>
        <p:spPr>
          <a:xfrm xmlns:a="http://schemas.openxmlformats.org/drawingml/2006/main">
            <a:off x="7269480" y="4507992"/>
            <a:ext cx="237744" cy="201168"/>
          </a:xfrm>
          <a:prstGeom xmlns:a="http://schemas.openxmlformats.org/drawingml/2006/main" prst="triangle">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6" name="TextBox 205">
            <a:extLst xmlns:a="http://schemas.openxmlformats.org/drawingml/2006/main">
              <a:ext uri="{FF2B5EF4-FFF2-40B4-BE49-F238E27FC236}">
                <a16:creationId xmlns:a16="http://schemas.microsoft.com/office/drawing/2014/main" id="{917C7A4C-7D54-40D7-BDA9-EBDEAC7E8EF0}"/>
              </a:ext>
            </a:extLst>
          </p:cNvPr>
          <p:cNvSpPr>
            <a:spLocks xmlns:a="http://schemas.openxmlformats.org/drawingml/2006/main" noGrp="1"/>
          </p:cNvSpPr>
          <p:nvPr/>
        </p:nvSpPr>
        <p:spPr>
          <a:xfrm xmlns:a="http://schemas.openxmlformats.org/drawingml/2006/main">
            <a:off x="8001000" y="4206240"/>
            <a:ext cx="210312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500" b="1">
                <a:solidFill>
                  <a:srgbClr val="08306F"/>
                </a:solidFill>
                <a:latin typeface="Arial"/>
                <a:ea typeface="Arial"/>
                <a:cs typeface="Arial"/>
              </a:rPr>
              <a:t>Quách Đức Thành</a:t>
            </a:r>
          </a:p>
        </p:txBody>
      </p:sp>
      <p:sp>
        <p:nvSpPr>
          <p:cNvPr id="207" name="TextBox 206">
            <a:extLst xmlns:a="http://schemas.openxmlformats.org/drawingml/2006/main">
              <a:ext uri="{FF2B5EF4-FFF2-40B4-BE49-F238E27FC236}">
                <a16:creationId xmlns:a16="http://schemas.microsoft.com/office/drawing/2014/main" id="{F37321C1-1B70-4FF6-BC78-F9DC813C2290}"/>
              </a:ext>
            </a:extLst>
          </p:cNvPr>
          <p:cNvSpPr>
            <a:spLocks xmlns:a="http://schemas.openxmlformats.org/drawingml/2006/main" noGrp="1"/>
          </p:cNvSpPr>
          <p:nvPr/>
        </p:nvSpPr>
        <p:spPr>
          <a:xfrm xmlns:a="http://schemas.openxmlformats.org/drawingml/2006/main">
            <a:off x="8001000" y="4526280"/>
            <a:ext cx="2103120" cy="2286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100" b="0">
                <a:solidFill>
                  <a:srgbClr val="5F5F5F"/>
                </a:solidFill>
                <a:latin typeface="Arial"/>
                <a:ea typeface="Arial"/>
                <a:cs typeface="Arial"/>
              </a:rPr>
              <a:t>Thành viên</a:t>
            </a:r>
          </a:p>
        </p:txBody>
      </p:sp>
      <p:sp>
        <p:nvSpPr>
          <p:cNvPr id="208" name="Connector 207">
            <a:extLst xmlns:a="http://schemas.openxmlformats.org/drawingml/2006/main">
              <a:ext uri="{FF2B5EF4-FFF2-40B4-BE49-F238E27FC236}">
                <a16:creationId xmlns:a16="http://schemas.microsoft.com/office/drawing/2014/main" id="{2DD0AF8A-93B5-4DDE-B507-6AFDE5C6D97B}"/>
              </a:ext>
            </a:extLst>
          </p:cNvPr>
          <p:cNvSpPr>
            <a:spLocks xmlns:a="http://schemas.openxmlformats.org/drawingml/2006/main" noGrp="1"/>
          </p:cNvSpPr>
          <p:nvPr/>
        </p:nvSpPr>
        <p:spPr>
          <a:xfrm xmlns:a="http://schemas.openxmlformats.org/drawingml/2006/main">
            <a:off x="10213848" y="4251960"/>
            <a:ext cx="0" cy="530352"/>
          </a:xfrm>
          <a:prstGeom xmlns:a="http://schemas.openxmlformats.org/drawingml/2006/main" prst="line">
            <a:avLst/>
          </a:prstGeom>
          <a:ln xmlns:a="http://schemas.openxmlformats.org/drawingml/2006/main" w="15240">
            <a:solidFill>
              <a:srgbClr val="1067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9" name="Rounded Rectangle 208">
            <a:extLst xmlns:a="http://schemas.openxmlformats.org/drawingml/2006/main">
              <a:ext uri="{FF2B5EF4-FFF2-40B4-BE49-F238E27FC236}">
                <a16:creationId xmlns:a16="http://schemas.microsoft.com/office/drawing/2014/main" id="{5EEA47A1-37D7-42AC-87E5-E5B635FB2F96}"/>
              </a:ext>
            </a:extLst>
          </p:cNvPr>
          <p:cNvSpPr>
            <a:spLocks xmlns:a="http://schemas.openxmlformats.org/drawingml/2006/main" noGrp="1"/>
          </p:cNvSpPr>
          <p:nvPr/>
        </p:nvSpPr>
        <p:spPr>
          <a:xfrm xmlns:a="http://schemas.openxmlformats.org/drawingml/2006/main">
            <a:off x="4087368" y="5285231"/>
            <a:ext cx="4114800" cy="841248"/>
          </a:xfrm>
          <a:prstGeom xmlns:a="http://schemas.openxmlformats.org/drawingml/2006/main" prst="roundRect">
            <a:avLst/>
          </a:prstGeom>
          <a:solidFill xmlns:a="http://schemas.openxmlformats.org/drawingml/2006/main">
            <a:srgbClr val="EFF2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0" name="Rounded Rectangle 209">
            <a:extLst xmlns:a="http://schemas.openxmlformats.org/drawingml/2006/main">
              <a:ext uri="{FF2B5EF4-FFF2-40B4-BE49-F238E27FC236}">
                <a16:creationId xmlns:a16="http://schemas.microsoft.com/office/drawing/2014/main" id="{CB5898F1-22EB-4E4D-BC22-3092EEA68FDA}"/>
              </a:ext>
            </a:extLst>
          </p:cNvPr>
          <p:cNvSpPr>
            <a:spLocks xmlns:a="http://schemas.openxmlformats.org/drawingml/2006/main" noGrp="1"/>
          </p:cNvSpPr>
          <p:nvPr/>
        </p:nvSpPr>
        <p:spPr>
          <a:xfrm xmlns:a="http://schemas.openxmlformats.org/drawingml/2006/main">
            <a:off x="4041648" y="5230368"/>
            <a:ext cx="685800" cy="841248"/>
          </a:xfrm>
          <a:prstGeom xmlns:a="http://schemas.openxmlformats.org/drawingml/2006/main" prst="roundRect">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1" name="TextBox 210">
            <a:extLst xmlns:a="http://schemas.openxmlformats.org/drawingml/2006/main">
              <a:ext uri="{FF2B5EF4-FFF2-40B4-BE49-F238E27FC236}">
                <a16:creationId xmlns:a16="http://schemas.microsoft.com/office/drawing/2014/main" id="{FFF3B694-D4BB-4D68-A2DB-0CFF37561112}"/>
              </a:ext>
            </a:extLst>
          </p:cNvPr>
          <p:cNvSpPr>
            <a:spLocks xmlns:a="http://schemas.openxmlformats.org/drawingml/2006/main" noGrp="1"/>
          </p:cNvSpPr>
          <p:nvPr/>
        </p:nvSpPr>
        <p:spPr>
          <a:xfrm xmlns:a="http://schemas.openxmlformats.org/drawingml/2006/main">
            <a:off x="3945815" y="5475463"/>
            <a:ext cx="566928" cy="38404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1800" b="1">
                <a:solidFill>
                  <a:srgbClr val="FFFFFF"/>
                </a:solidFill>
                <a:latin typeface="Arial"/>
                <a:ea typeface="Arial"/>
                <a:cs typeface="Arial"/>
              </a:rPr>
              <a:t>07</a:t>
            </a:r>
          </a:p>
        </p:txBody>
      </p:sp>
      <p:sp>
        <p:nvSpPr>
          <p:cNvPr id="212" name="Rounded Rectangle 211">
            <a:extLst xmlns:a="http://schemas.openxmlformats.org/drawingml/2006/main">
              <a:ext uri="{FF2B5EF4-FFF2-40B4-BE49-F238E27FC236}">
                <a16:creationId xmlns:a16="http://schemas.microsoft.com/office/drawing/2014/main" id="{61BB4162-ABEF-42A8-B7F3-4240D0E320D9}"/>
              </a:ext>
            </a:extLst>
          </p:cNvPr>
          <p:cNvSpPr>
            <a:spLocks xmlns:a="http://schemas.openxmlformats.org/drawingml/2006/main" noGrp="1"/>
          </p:cNvSpPr>
          <p:nvPr/>
        </p:nvSpPr>
        <p:spPr>
          <a:xfrm xmlns:a="http://schemas.openxmlformats.org/drawingml/2006/main">
            <a:off x="4544568" y="5230368"/>
            <a:ext cx="3611880" cy="841248"/>
          </a:xfrm>
          <a:prstGeom xmlns:a="http://schemas.openxmlformats.org/drawingml/2006/main" prst="roundRect">
            <a:avLst/>
          </a:prstGeom>
          <a:solidFill xmlns:a="http://schemas.openxmlformats.org/drawingml/2006/main">
            <a:srgbClr val="FFFFFF"/>
          </a:solidFill>
          <a:ln xmlns:a="http://schemas.openxmlformats.org/drawingml/2006/main" w="7620">
            <a:solidFill>
              <a:srgbClr val="E1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3" name="Oval 212">
            <a:extLst xmlns:a="http://schemas.openxmlformats.org/drawingml/2006/main">
              <a:ext uri="{FF2B5EF4-FFF2-40B4-BE49-F238E27FC236}">
                <a16:creationId xmlns:a16="http://schemas.microsoft.com/office/drawing/2014/main" id="{E5652509-1638-40A6-857D-1CE887588821}"/>
              </a:ext>
            </a:extLst>
          </p:cNvPr>
          <p:cNvSpPr>
            <a:spLocks xmlns:a="http://schemas.openxmlformats.org/drawingml/2006/main" noGrp="1"/>
          </p:cNvSpPr>
          <p:nvPr/>
        </p:nvSpPr>
        <p:spPr>
          <a:xfrm xmlns:a="http://schemas.openxmlformats.org/drawingml/2006/main">
            <a:off x="4928616" y="5321807"/>
            <a:ext cx="658368" cy="658368"/>
          </a:xfrm>
          <a:prstGeom xmlns:a="http://schemas.openxmlformats.org/drawingml/2006/main" prst="ellipse">
            <a:avLst/>
          </a:prstGeom>
          <a:solidFill xmlns:a="http://schemas.openxmlformats.org/drawingml/2006/main">
            <a:srgbClr val="FFFFFF"/>
          </a:solidFill>
          <a:ln xmlns:a="http://schemas.openxmlformats.org/drawingml/2006/main" w="165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4" name="Oval 213">
            <a:extLst xmlns:a="http://schemas.openxmlformats.org/drawingml/2006/main">
              <a:ext uri="{FF2B5EF4-FFF2-40B4-BE49-F238E27FC236}">
                <a16:creationId xmlns:a16="http://schemas.microsoft.com/office/drawing/2014/main" id="{C1BBCDBD-737D-42E8-8464-CE976490F287}"/>
              </a:ext>
            </a:extLst>
          </p:cNvPr>
          <p:cNvSpPr>
            <a:spLocks xmlns:a="http://schemas.openxmlformats.org/drawingml/2006/main" noGrp="1"/>
          </p:cNvSpPr>
          <p:nvPr/>
        </p:nvSpPr>
        <p:spPr>
          <a:xfrm xmlns:a="http://schemas.openxmlformats.org/drawingml/2006/main">
            <a:off x="5189220" y="5472683"/>
            <a:ext cx="137160" cy="137160"/>
          </a:xfrm>
          <a:prstGeom xmlns:a="http://schemas.openxmlformats.org/drawingml/2006/main" prst="ellipse">
            <a:avLst/>
          </a:prstGeom>
          <a:solidFill xmlns:a="http://schemas.openxmlformats.org/drawingml/2006/main">
            <a:srgbClr val="1067D2"/>
          </a:solidFill>
          <a:ln xmlns:a="http://schemas.openxmlformats.org/drawingml/2006/main" w="381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5" name="Isosceles Triangle 214">
            <a:extLst xmlns:a="http://schemas.openxmlformats.org/drawingml/2006/main">
              <a:ext uri="{FF2B5EF4-FFF2-40B4-BE49-F238E27FC236}">
                <a16:creationId xmlns:a16="http://schemas.microsoft.com/office/drawing/2014/main" id="{9B98EC10-28EF-4897-B20F-8A5B62E250B7}"/>
              </a:ext>
            </a:extLst>
          </p:cNvPr>
          <p:cNvSpPr>
            <a:spLocks xmlns:a="http://schemas.openxmlformats.org/drawingml/2006/main" noGrp="1"/>
          </p:cNvSpPr>
          <p:nvPr/>
        </p:nvSpPr>
        <p:spPr>
          <a:xfrm xmlns:a="http://schemas.openxmlformats.org/drawingml/2006/main">
            <a:off x="5138928" y="5641848"/>
            <a:ext cx="237744" cy="201168"/>
          </a:xfrm>
          <a:prstGeom xmlns:a="http://schemas.openxmlformats.org/drawingml/2006/main" prst="triangle">
            <a:avLst/>
          </a:prstGeom>
          <a:solidFill xmlns:a="http://schemas.openxmlformats.org/drawingml/2006/main">
            <a:srgbClr val="1067D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6" name="TextBox 215">
            <a:extLst xmlns:a="http://schemas.openxmlformats.org/drawingml/2006/main">
              <a:ext uri="{FF2B5EF4-FFF2-40B4-BE49-F238E27FC236}">
                <a16:creationId xmlns:a16="http://schemas.microsoft.com/office/drawing/2014/main" id="{77C2A372-29D4-47D6-9F86-CE39957728A4}"/>
              </a:ext>
            </a:extLst>
          </p:cNvPr>
          <p:cNvSpPr>
            <a:spLocks xmlns:a="http://schemas.openxmlformats.org/drawingml/2006/main" noGrp="1"/>
          </p:cNvSpPr>
          <p:nvPr/>
        </p:nvSpPr>
        <p:spPr>
          <a:xfrm xmlns:a="http://schemas.openxmlformats.org/drawingml/2006/main">
            <a:off x="5870448" y="5340096"/>
            <a:ext cx="210312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500" b="1">
                <a:solidFill>
                  <a:srgbClr val="08306F"/>
                </a:solidFill>
                <a:latin typeface="Arial"/>
                <a:ea typeface="Arial"/>
                <a:cs typeface="Arial"/>
              </a:rPr>
              <a:t>Y Đăng Niê</a:t>
            </a:r>
          </a:p>
        </p:txBody>
      </p:sp>
      <p:sp>
        <p:nvSpPr>
          <p:cNvPr id="217" name="TextBox 216">
            <a:extLst xmlns:a="http://schemas.openxmlformats.org/drawingml/2006/main">
              <a:ext uri="{FF2B5EF4-FFF2-40B4-BE49-F238E27FC236}">
                <a16:creationId xmlns:a16="http://schemas.microsoft.com/office/drawing/2014/main" id="{4B144930-85E9-4CF3-A085-224E5BBB9512}"/>
              </a:ext>
            </a:extLst>
          </p:cNvPr>
          <p:cNvSpPr>
            <a:spLocks xmlns:a="http://schemas.openxmlformats.org/drawingml/2006/main" noGrp="1"/>
          </p:cNvSpPr>
          <p:nvPr/>
        </p:nvSpPr>
        <p:spPr>
          <a:xfrm xmlns:a="http://schemas.openxmlformats.org/drawingml/2006/main">
            <a:off x="5870448" y="5660136"/>
            <a:ext cx="2103120" cy="2286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100" b="0">
                <a:solidFill>
                  <a:srgbClr val="5F5F5F"/>
                </a:solidFill>
                <a:latin typeface="Arial"/>
                <a:ea typeface="Arial"/>
                <a:cs typeface="Arial"/>
              </a:rPr>
              <a:t>Thành viên</a:t>
            </a:r>
          </a:p>
        </p:txBody>
      </p:sp>
      <p:sp>
        <p:nvSpPr>
          <p:cNvPr id="218" name="Connector 217">
            <a:extLst xmlns:a="http://schemas.openxmlformats.org/drawingml/2006/main">
              <a:ext uri="{FF2B5EF4-FFF2-40B4-BE49-F238E27FC236}">
                <a16:creationId xmlns:a16="http://schemas.microsoft.com/office/drawing/2014/main" id="{780C38BC-E13B-43FD-99D2-AD977D894C8A}"/>
              </a:ext>
            </a:extLst>
          </p:cNvPr>
          <p:cNvSpPr>
            <a:spLocks xmlns:a="http://schemas.openxmlformats.org/drawingml/2006/main" noGrp="1"/>
          </p:cNvSpPr>
          <p:nvPr/>
        </p:nvSpPr>
        <p:spPr>
          <a:xfrm xmlns:a="http://schemas.openxmlformats.org/drawingml/2006/main">
            <a:off x="8083296" y="5385816"/>
            <a:ext cx="0" cy="530352"/>
          </a:xfrm>
          <a:prstGeom xmlns:a="http://schemas.openxmlformats.org/drawingml/2006/main" prst="line">
            <a:avLst/>
          </a:prstGeom>
          <a:ln xmlns:a="http://schemas.openxmlformats.org/drawingml/2006/main" w="15240">
            <a:solidFill>
              <a:srgbClr val="1067D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9" name="Rectangle 218">
            <a:extLst xmlns:a="http://schemas.openxmlformats.org/drawingml/2006/main">
              <a:ext uri="{FF2B5EF4-FFF2-40B4-BE49-F238E27FC236}">
                <a16:creationId xmlns:a16="http://schemas.microsoft.com/office/drawing/2014/main" id="{16ED010A-691E-4F75-A4B7-0DDDC22C33BC}"/>
              </a:ext>
            </a:extLst>
          </p:cNvPr>
          <p:cNvSpPr>
            <a:spLocks xmlns:a="http://schemas.openxmlformats.org/drawingml/2006/main" noGrp="1"/>
          </p:cNvSpPr>
          <p:nvPr/>
        </p:nvSpPr>
        <p:spPr>
          <a:xfrm xmlns:a="http://schemas.openxmlformats.org/drawingml/2006/main">
            <a:off x="0" y="6473952"/>
            <a:ext cx="12191999" cy="384048"/>
          </a:xfrm>
          <a:prstGeom xmlns:a="http://schemas.openxmlformats.org/drawingml/2006/main" prst="rect">
            <a:avLst/>
          </a:prstGeom>
          <a:solidFill xmlns:a="http://schemas.openxmlformats.org/drawingml/2006/main">
            <a:srgbClr val="0C459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0" name="Rectangle 219">
            <a:extLst xmlns:a="http://schemas.openxmlformats.org/drawingml/2006/main">
              <a:ext uri="{FF2B5EF4-FFF2-40B4-BE49-F238E27FC236}">
                <a16:creationId xmlns:a16="http://schemas.microsoft.com/office/drawing/2014/main" id="{8CE3D2DB-BE80-4425-A83F-AB727E2983CB}"/>
              </a:ext>
            </a:extLst>
          </p:cNvPr>
          <p:cNvSpPr>
            <a:spLocks xmlns:a="http://schemas.openxmlformats.org/drawingml/2006/main" noGrp="1"/>
          </p:cNvSpPr>
          <p:nvPr/>
        </p:nvSpPr>
        <p:spPr>
          <a:xfrm xmlns:a="http://schemas.openxmlformats.org/drawingml/2006/main">
            <a:off x="0" y="6309360"/>
            <a:ext cx="12191999" cy="201168"/>
          </a:xfrm>
          <a:prstGeom xmlns:a="http://schemas.openxmlformats.org/drawingml/2006/main" prst="rect">
            <a:avLst/>
          </a:prstGeom>
          <a:solidFill xmlns:a="http://schemas.openxmlformats.org/drawingml/2006/main">
            <a:srgbClr val="125CB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1" name="Oval 220">
            <a:extLst xmlns:a="http://schemas.openxmlformats.org/drawingml/2006/main">
              <a:ext uri="{FF2B5EF4-FFF2-40B4-BE49-F238E27FC236}">
                <a16:creationId xmlns:a16="http://schemas.microsoft.com/office/drawing/2014/main" id="{56E93756-A44D-45C1-AFA7-A5E99A68E877}"/>
              </a:ext>
            </a:extLst>
          </p:cNvPr>
          <p:cNvSpPr>
            <a:spLocks xmlns:a="http://schemas.openxmlformats.org/drawingml/2006/main" noGrp="1"/>
          </p:cNvSpPr>
          <p:nvPr/>
        </p:nvSpPr>
        <p:spPr>
          <a:xfrm xmlns:a="http://schemas.openxmlformats.org/drawingml/2006/main">
            <a:off x="594359" y="5623560"/>
            <a:ext cx="914400" cy="914400"/>
          </a:xfrm>
          <a:prstGeom xmlns:a="http://schemas.openxmlformats.org/drawingml/2006/main" prst="ellipse">
            <a:avLst/>
          </a:prstGeom>
          <a:solidFill xmlns:a="http://schemas.openxmlformats.org/drawingml/2006/main">
            <a:srgbClr val="FFFFFF"/>
          </a:solidFill>
          <a:ln xmlns:a="http://schemas.openxmlformats.org/drawingml/2006/main" w="12700">
            <a:solidFill>
              <a:srgbClr val="5FA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2" name="Oval 221">
            <a:extLst xmlns:a="http://schemas.openxmlformats.org/drawingml/2006/main">
              <a:ext uri="{FF2B5EF4-FFF2-40B4-BE49-F238E27FC236}">
                <a16:creationId xmlns:a16="http://schemas.microsoft.com/office/drawing/2014/main" id="{6D3F9651-DFDE-4C8D-833F-1EB8148B3482}"/>
              </a:ext>
            </a:extLst>
          </p:cNvPr>
          <p:cNvSpPr>
            <a:spLocks xmlns:a="http://schemas.openxmlformats.org/drawingml/2006/main" noGrp="1"/>
          </p:cNvSpPr>
          <p:nvPr/>
        </p:nvSpPr>
        <p:spPr>
          <a:xfrm xmlns:a="http://schemas.openxmlformats.org/drawingml/2006/main">
            <a:off x="740663" y="5769864"/>
            <a:ext cx="621792" cy="621792"/>
          </a:xfrm>
          <a:prstGeom xmlns:a="http://schemas.openxmlformats.org/drawingml/2006/main" prst="ellipse">
            <a:avLst/>
          </a:prstGeom>
          <a:solidFill xmlns:a="http://schemas.openxmlformats.org/drawingml/2006/main">
            <a:srgbClr val="DEEFFF"/>
          </a:solidFill>
          <a:ln xmlns:a="http://schemas.openxmlformats.org/drawingml/2006/main" w="12700">
            <a:solidFill>
              <a:srgbClr val="5FA0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3" name="Oval 222">
            <a:extLst xmlns:a="http://schemas.openxmlformats.org/drawingml/2006/main">
              <a:ext uri="{FF2B5EF4-FFF2-40B4-BE49-F238E27FC236}">
                <a16:creationId xmlns:a16="http://schemas.microsoft.com/office/drawing/2014/main" id="{6156FA50-5BDA-4162-B538-B137C0FDF370}"/>
              </a:ext>
            </a:extLst>
          </p:cNvPr>
          <p:cNvSpPr>
            <a:spLocks xmlns:a="http://schemas.openxmlformats.org/drawingml/2006/main" noGrp="1"/>
          </p:cNvSpPr>
          <p:nvPr/>
        </p:nvSpPr>
        <p:spPr>
          <a:xfrm xmlns:a="http://schemas.openxmlformats.org/drawingml/2006/main">
            <a:off x="868680" y="5897880"/>
            <a:ext cx="365760" cy="365760"/>
          </a:xfrm>
          <a:prstGeom xmlns:a="http://schemas.openxmlformats.org/drawingml/2006/main" prst="ellipse">
            <a:avLst/>
          </a:prstGeom>
          <a:solidFill xmlns:a="http://schemas.openxmlformats.org/drawingml/2006/main">
            <a:srgbClr val="1067D2"/>
          </a:solidFill>
          <a:ln xmlns:a="http://schemas.openxmlformats.org/drawingml/2006/main" w="508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4" name="Oval 223">
            <a:extLst xmlns:a="http://schemas.openxmlformats.org/drawingml/2006/main">
              <a:ext uri="{FF2B5EF4-FFF2-40B4-BE49-F238E27FC236}">
                <a16:creationId xmlns:a16="http://schemas.microsoft.com/office/drawing/2014/main" id="{D7A6598C-E608-4447-8B86-301B163B3FD3}"/>
              </a:ext>
            </a:extLst>
          </p:cNvPr>
          <p:cNvSpPr>
            <a:spLocks xmlns:a="http://schemas.openxmlformats.org/drawingml/2006/main" noGrp="1"/>
          </p:cNvSpPr>
          <p:nvPr/>
        </p:nvSpPr>
        <p:spPr>
          <a:xfrm xmlns:a="http://schemas.openxmlformats.org/drawingml/2006/main">
            <a:off x="960119" y="5989320"/>
            <a:ext cx="182880" cy="182880"/>
          </a:xfrm>
          <a:prstGeom xmlns:a="http://schemas.openxmlformats.org/drawingml/2006/main" prst="ellipse">
            <a:avLst/>
          </a:prstGeom>
          <a:solidFill xmlns:a="http://schemas.openxmlformats.org/drawingml/2006/main">
            <a:srgbClr val="FFFFFF"/>
          </a:solidFill>
          <a:ln xmlns:a="http://schemas.openxmlformats.org/drawingml/2006/main" w="508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5" name="Connector 224">
            <a:extLst xmlns:a="http://schemas.openxmlformats.org/drawingml/2006/main">
              <a:ext uri="{FF2B5EF4-FFF2-40B4-BE49-F238E27FC236}">
                <a16:creationId xmlns:a16="http://schemas.microsoft.com/office/drawing/2014/main" id="{9755A56A-A48E-4D68-BDF3-8D12293B2618}"/>
              </a:ext>
            </a:extLst>
          </p:cNvPr>
          <p:cNvSpPr>
            <a:spLocks xmlns:a="http://schemas.openxmlformats.org/drawingml/2006/main" noGrp="1"/>
          </p:cNvSpPr>
          <p:nvPr/>
        </p:nvSpPr>
        <p:spPr>
          <a:xfrm xmlns:a="http://schemas.openxmlformats.org/drawingml/2006/main">
            <a:off x="1481328" y="6080760"/>
            <a:ext cx="850392" cy="301752"/>
          </a:xfrm>
          <a:prstGeom xmlns:a="http://schemas.openxmlformats.org/drawingml/2006/main" prst="line">
            <a:avLst/>
          </a:prstGeom>
          <a:ln xmlns:a="http://schemas.openxmlformats.org/drawingml/2006/main" w="12700">
            <a:solidFill>
              <a:srgbClr val="6EAA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6" name="Oval 225">
            <a:extLst xmlns:a="http://schemas.openxmlformats.org/drawingml/2006/main">
              <a:ext uri="{FF2B5EF4-FFF2-40B4-BE49-F238E27FC236}">
                <a16:creationId xmlns:a16="http://schemas.microsoft.com/office/drawing/2014/main" id="{94AD9125-3931-4EC5-86F0-11F405B69938}"/>
              </a:ext>
            </a:extLst>
          </p:cNvPr>
          <p:cNvSpPr>
            <a:spLocks xmlns:a="http://schemas.openxmlformats.org/drawingml/2006/main" noGrp="1"/>
          </p:cNvSpPr>
          <p:nvPr/>
        </p:nvSpPr>
        <p:spPr>
          <a:xfrm xmlns:a="http://schemas.openxmlformats.org/drawingml/2006/main">
            <a:off x="2359152" y="6345936"/>
            <a:ext cx="128016" cy="128016"/>
          </a:xfrm>
          <a:prstGeom xmlns:a="http://schemas.openxmlformats.org/drawingml/2006/main" prst="ellipse">
            <a:avLst/>
          </a:prstGeom>
          <a:solidFill xmlns:a="http://schemas.openxmlformats.org/drawingml/2006/main">
            <a:srgbClr val="1067D2"/>
          </a:solidFill>
          <a:ln xmlns:a="http://schemas.openxmlformats.org/drawingml/2006/main" w="5080">
            <a:solidFill>
              <a:srgbClr val="1067D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53" name="Picture 226"/>
          <p:cNvPicPr>
            <a:picLocks xmlns:a="http://schemas.openxmlformats.org/drawingml/2006/main" noChangeAspect="1"/>
          </p:cNvPicPr>
          <p:nvPr/>
        </p:nvPicPr>
        <p:blipFill>
          <a:blip xmlns:r="http://schemas.openxmlformats.org/officeDocument/2006/relationships" xmlns:a="http://schemas.openxmlformats.org/drawingml/2006/main" r:embed="Rb1b8ca425a174912"/>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24109867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EBF8EAC3-F37E-432A-ACE0-08040992DA1B}"/>
              </a:ext>
            </a:extLst>
          </p:cNvPr>
          <p:cNvSpPr>
            <a:spLocks xmlns:a="http://schemas.openxmlformats.org/drawingml/2006/main" noGrp="1"/>
          </p:cNvSpPr>
          <p:nvPr/>
        </p:nvSpPr>
        <p:spPr>
          <a:xfrm xmlns:a="http://schemas.openxmlformats.org/drawingml/2006/main">
            <a:off x="393192" y="438912"/>
            <a:ext cx="219456" cy="219456"/>
          </a:xfrm>
          <a:prstGeom xmlns:a="http://schemas.openxmlformats.org/drawingml/2006/main" prst="ellipse">
            <a:avLst/>
          </a:prstGeom>
          <a:solidFill xmlns:a="http://schemas.openxmlformats.org/drawingml/2006/main">
            <a:srgbClr val="FFFFFF"/>
          </a:solidFill>
          <a:ln xmlns:a="http://schemas.openxmlformats.org/drawingml/2006/main" w="1524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Oval 2">
            <a:extLst xmlns:a="http://schemas.openxmlformats.org/drawingml/2006/main">
              <a:ext uri="{FF2B5EF4-FFF2-40B4-BE49-F238E27FC236}">
                <a16:creationId xmlns:a16="http://schemas.microsoft.com/office/drawing/2014/main" id="{B0BCE686-2A3D-4587-91CD-49D0CDA11096}"/>
              </a:ext>
            </a:extLst>
          </p:cNvPr>
          <p:cNvSpPr>
            <a:spLocks xmlns:a="http://schemas.openxmlformats.org/drawingml/2006/main" noGrp="1"/>
          </p:cNvSpPr>
          <p:nvPr/>
        </p:nvSpPr>
        <p:spPr>
          <a:xfrm xmlns:a="http://schemas.openxmlformats.org/drawingml/2006/main">
            <a:off x="452628" y="498347"/>
            <a:ext cx="100584" cy="100584"/>
          </a:xfrm>
          <a:prstGeom xmlns:a="http://schemas.openxmlformats.org/drawingml/2006/main" prst="ellipse">
            <a:avLst/>
          </a:prstGeom>
          <a:solidFill xmlns:a="http://schemas.openxmlformats.org/drawingml/2006/main">
            <a:srgbClr val="69BEF2"/>
          </a:solidFill>
          <a:ln xmlns:a="http://schemas.openxmlformats.org/drawingml/2006/main" w="2540">
            <a:solidFill>
              <a:srgbClr val="69BE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Connector 3">
            <a:extLst xmlns:a="http://schemas.openxmlformats.org/drawingml/2006/main">
              <a:ext uri="{FF2B5EF4-FFF2-40B4-BE49-F238E27FC236}">
                <a16:creationId xmlns:a16="http://schemas.microsoft.com/office/drawing/2014/main" id="{1191E061-71B0-4BDF-8369-806CF2CE2169}"/>
              </a:ext>
            </a:extLst>
          </p:cNvPr>
          <p:cNvSpPr>
            <a:spLocks xmlns:a="http://schemas.openxmlformats.org/drawingml/2006/main" noGrp="1"/>
          </p:cNvSpPr>
          <p:nvPr/>
        </p:nvSpPr>
        <p:spPr>
          <a:xfrm xmlns:a="http://schemas.openxmlformats.org/drawingml/2006/main">
            <a:off x="612648" y="548640"/>
            <a:ext cx="713232" cy="164592"/>
          </a:xfrm>
          <a:prstGeom xmlns:a="http://schemas.openxmlformats.org/drawingml/2006/main" prst="line">
            <a:avLst/>
          </a:prstGeom>
          <a:ln xmlns:a="http://schemas.openxmlformats.org/drawingml/2006/main" w="12700">
            <a:solidFill>
              <a:srgbClr val="87B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Oval 4">
            <a:extLst xmlns:a="http://schemas.openxmlformats.org/drawingml/2006/main">
              <a:ext uri="{FF2B5EF4-FFF2-40B4-BE49-F238E27FC236}">
                <a16:creationId xmlns:a16="http://schemas.microsoft.com/office/drawing/2014/main" id="{FAB924C6-33FF-47D9-92FE-D7A64AF5B9FB}"/>
              </a:ext>
            </a:extLst>
          </p:cNvPr>
          <p:cNvSpPr>
            <a:spLocks xmlns:a="http://schemas.openxmlformats.org/drawingml/2006/main" noGrp="1"/>
          </p:cNvSpPr>
          <p:nvPr/>
        </p:nvSpPr>
        <p:spPr>
          <a:xfrm xmlns:a="http://schemas.openxmlformats.org/drawingml/2006/main">
            <a:off x="1367028" y="681228"/>
            <a:ext cx="100584" cy="100584"/>
          </a:xfrm>
          <a:prstGeom xmlns:a="http://schemas.openxmlformats.org/drawingml/2006/main" prst="ellipse">
            <a:avLst/>
          </a:prstGeom>
          <a:solidFill xmlns:a="http://schemas.openxmlformats.org/drawingml/2006/main">
            <a:srgbClr val="2184DC"/>
          </a:solidFill>
          <a:ln xmlns:a="http://schemas.openxmlformats.org/drawingml/2006/main" w="254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F1EC4FBE-3A6F-4475-8050-80CB4A4592C8}"/>
              </a:ext>
            </a:extLst>
          </p:cNvPr>
          <p:cNvSpPr>
            <a:spLocks xmlns:a="http://schemas.openxmlformats.org/drawingml/2006/main" noGrp="1"/>
          </p:cNvSpPr>
          <p:nvPr/>
        </p:nvSpPr>
        <p:spPr>
          <a:xfrm xmlns:a="http://schemas.openxmlformats.org/drawingml/2006/main">
            <a:off x="11384280" y="502920"/>
            <a:ext cx="182880" cy="182880"/>
          </a:xfrm>
          <a:prstGeom xmlns:a="http://schemas.openxmlformats.org/drawingml/2006/main" prst="ellipse">
            <a:avLst/>
          </a:prstGeom>
          <a:solidFill xmlns:a="http://schemas.openxmlformats.org/drawingml/2006/main">
            <a:srgbClr val="DEF2FF"/>
          </a:solidFill>
          <a:ln xmlns:a="http://schemas.openxmlformats.org/drawingml/2006/main" w="10160">
            <a:solidFill>
              <a:srgbClr val="0A30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nector 6">
            <a:extLst xmlns:a="http://schemas.openxmlformats.org/drawingml/2006/main">
              <a:ext uri="{FF2B5EF4-FFF2-40B4-BE49-F238E27FC236}">
                <a16:creationId xmlns:a16="http://schemas.microsoft.com/office/drawing/2014/main" id="{FA350504-E010-4DA8-8B3B-6780B80B618F}"/>
              </a:ext>
            </a:extLst>
          </p:cNvPr>
          <p:cNvSpPr>
            <a:spLocks xmlns:a="http://schemas.openxmlformats.org/drawingml/2006/main" noGrp="1"/>
          </p:cNvSpPr>
          <p:nvPr/>
        </p:nvSpPr>
        <p:spPr>
          <a:xfrm xmlns:a="http://schemas.openxmlformats.org/drawingml/2006/main">
            <a:off x="11475720" y="685800"/>
            <a:ext cx="0" cy="548640"/>
          </a:xfrm>
          <a:prstGeom xmlns:a="http://schemas.openxmlformats.org/drawingml/2006/main" prst="line">
            <a:avLst/>
          </a:prstGeom>
          <a:ln xmlns:a="http://schemas.openxmlformats.org/drawingml/2006/main" w="12700">
            <a:solidFill>
              <a:srgbClr val="82A5C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Oval 7">
            <a:extLst xmlns:a="http://schemas.openxmlformats.org/drawingml/2006/main">
              <a:ext uri="{FF2B5EF4-FFF2-40B4-BE49-F238E27FC236}">
                <a16:creationId xmlns:a16="http://schemas.microsoft.com/office/drawing/2014/main" id="{31C47ECC-199F-48CF-9D96-030587422489}"/>
              </a:ext>
            </a:extLst>
          </p:cNvPr>
          <p:cNvSpPr>
            <a:spLocks xmlns:a="http://schemas.openxmlformats.org/drawingml/2006/main" noGrp="1"/>
          </p:cNvSpPr>
          <p:nvPr/>
        </p:nvSpPr>
        <p:spPr>
          <a:xfrm xmlns:a="http://schemas.openxmlformats.org/drawingml/2006/main">
            <a:off x="11228832" y="1124712"/>
            <a:ext cx="493776" cy="493776"/>
          </a:xfrm>
          <a:prstGeom xmlns:a="http://schemas.openxmlformats.org/drawingml/2006/main" prst="ellipse">
            <a:avLst/>
          </a:prstGeom>
          <a:solidFill xmlns:a="http://schemas.openxmlformats.org/drawingml/2006/main">
            <a:srgbClr val="FFFFFF"/>
          </a:solidFill>
          <a:ln xmlns:a="http://schemas.openxmlformats.org/drawingml/2006/main" w="12700">
            <a:solidFill>
              <a:srgbClr val="0A30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Oval 8">
            <a:extLst xmlns:a="http://schemas.openxmlformats.org/drawingml/2006/main">
              <a:ext uri="{FF2B5EF4-FFF2-40B4-BE49-F238E27FC236}">
                <a16:creationId xmlns:a16="http://schemas.microsoft.com/office/drawing/2014/main" id="{08BFF79F-7200-4078-AE21-A9F22403B39F}"/>
              </a:ext>
            </a:extLst>
          </p:cNvPr>
          <p:cNvSpPr>
            <a:spLocks xmlns:a="http://schemas.openxmlformats.org/drawingml/2006/main" noGrp="1"/>
          </p:cNvSpPr>
          <p:nvPr/>
        </p:nvSpPr>
        <p:spPr>
          <a:xfrm xmlns:a="http://schemas.openxmlformats.org/drawingml/2006/main">
            <a:off x="11338560" y="1234440"/>
            <a:ext cx="274320" cy="274320"/>
          </a:xfrm>
          <a:prstGeom xmlns:a="http://schemas.openxmlformats.org/drawingml/2006/main" prst="ellipse">
            <a:avLst/>
          </a:prstGeom>
          <a:solidFill xmlns:a="http://schemas.openxmlformats.org/drawingml/2006/main">
            <a:srgbClr val="69BEF2"/>
          </a:solidFill>
          <a:ln xmlns:a="http://schemas.openxmlformats.org/drawingml/2006/main" w="889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7380CDD-3BFC-4E20-B47D-15A353730B20}"/>
              </a:ext>
            </a:extLst>
          </p:cNvPr>
          <p:cNvSpPr>
            <a:spLocks xmlns:a="http://schemas.openxmlformats.org/drawingml/2006/main" noGrp="1"/>
          </p:cNvSpPr>
          <p:nvPr/>
        </p:nvSpPr>
        <p:spPr>
          <a:xfrm xmlns:a="http://schemas.openxmlformats.org/drawingml/2006/main">
            <a:off x="777240" y="1417320"/>
            <a:ext cx="1097280" cy="45720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3400" b="1">
                <a:solidFill>
                  <a:srgbClr val="2184DC"/>
                </a:solidFill>
                <a:latin typeface="Arial"/>
                <a:ea typeface="Arial"/>
                <a:cs typeface="Arial"/>
              </a:rPr>
              <a:t>01</a:t>
            </a:r>
          </a:p>
        </p:txBody>
      </p:sp>
      <p:sp>
        <p:nvSpPr>
          <p:cNvPr id="11" name="Rectangle 10">
            <a:extLst xmlns:a="http://schemas.openxmlformats.org/drawingml/2006/main">
              <a:ext uri="{FF2B5EF4-FFF2-40B4-BE49-F238E27FC236}">
                <a16:creationId xmlns:a16="http://schemas.microsoft.com/office/drawing/2014/main" id="{5DDD03F5-A162-4D97-BF98-23F106293722}"/>
              </a:ext>
            </a:extLst>
          </p:cNvPr>
          <p:cNvSpPr>
            <a:spLocks xmlns:a="http://schemas.openxmlformats.org/drawingml/2006/main" noGrp="1"/>
          </p:cNvSpPr>
          <p:nvPr/>
        </p:nvSpPr>
        <p:spPr>
          <a:xfrm xmlns:a="http://schemas.openxmlformats.org/drawingml/2006/main">
            <a:off x="804672" y="1947672"/>
            <a:ext cx="685800" cy="50292"/>
          </a:xfrm>
          <a:prstGeom xmlns:a="http://schemas.openxmlformats.org/drawingml/2006/main" prst="rect">
            <a:avLst/>
          </a:prstGeom>
          <a:solidFill xmlns:a="http://schemas.openxmlformats.org/drawingml/2006/main">
            <a:srgbClr val="2184D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0DF50537-99DF-4C05-A75F-C9080F2230D1}"/>
              </a:ext>
            </a:extLst>
          </p:cNvPr>
          <p:cNvSpPr>
            <a:spLocks xmlns:a="http://schemas.openxmlformats.org/drawingml/2006/main" noGrp="1"/>
          </p:cNvSpPr>
          <p:nvPr/>
        </p:nvSpPr>
        <p:spPr>
          <a:xfrm xmlns:a="http://schemas.openxmlformats.org/drawingml/2006/main">
            <a:off x="777240" y="2103120"/>
            <a:ext cx="2377440" cy="310896"/>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200" b="1">
                <a:solidFill>
                  <a:srgbClr val="0A3069"/>
                </a:solidFill>
                <a:latin typeface="Arial"/>
                <a:ea typeface="Arial"/>
                <a:cs typeface="Arial"/>
              </a:rPr>
              <a:t>GIỚI THIỆU DỰ ÁN</a:t>
            </a:r>
          </a:p>
        </p:txBody>
      </p:sp>
      <p:sp>
        <p:nvSpPr>
          <p:cNvPr id="13" name="TextBox 12">
            <a:extLst xmlns:a="http://schemas.openxmlformats.org/drawingml/2006/main">
              <a:ext uri="{FF2B5EF4-FFF2-40B4-BE49-F238E27FC236}">
                <a16:creationId xmlns:a16="http://schemas.microsoft.com/office/drawing/2014/main" id="{5CCBFFFF-9969-4072-AFD4-002B79895C6B}"/>
              </a:ext>
            </a:extLst>
          </p:cNvPr>
          <p:cNvSpPr>
            <a:spLocks xmlns:a="http://schemas.openxmlformats.org/drawingml/2006/main" noGrp="1"/>
          </p:cNvSpPr>
          <p:nvPr/>
        </p:nvSpPr>
        <p:spPr>
          <a:xfrm xmlns:a="http://schemas.openxmlformats.org/drawingml/2006/main">
            <a:off x="3246120" y="1325880"/>
            <a:ext cx="6858000" cy="65836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3000" b="1">
                <a:solidFill>
                  <a:srgbClr val="0A3069"/>
                </a:solidFill>
                <a:latin typeface="Arial"/>
                <a:ea typeface="Arial"/>
                <a:cs typeface="Arial"/>
              </a:rPr>
              <a:t>Giới thiệu dự án</a:t>
            </a:r>
          </a:p>
        </p:txBody>
      </p:sp>
      <p:sp>
        <p:nvSpPr>
          <p:cNvPr id="14" name="TextBox 13">
            <a:extLst xmlns:a="http://schemas.openxmlformats.org/drawingml/2006/main">
              <a:ext uri="{FF2B5EF4-FFF2-40B4-BE49-F238E27FC236}">
                <a16:creationId xmlns:a16="http://schemas.microsoft.com/office/drawing/2014/main" id="{CBC86125-D7B1-46B9-A689-95AB942D7316}"/>
              </a:ext>
            </a:extLst>
          </p:cNvPr>
          <p:cNvSpPr>
            <a:spLocks xmlns:a="http://schemas.openxmlformats.org/drawingml/2006/main" noGrp="1"/>
          </p:cNvSpPr>
          <p:nvPr/>
        </p:nvSpPr>
        <p:spPr>
          <a:xfrm xmlns:a="http://schemas.openxmlformats.org/drawingml/2006/main">
            <a:off x="3273552" y="2011680"/>
            <a:ext cx="7040880" cy="47548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600" b="0">
                <a:solidFill>
                  <a:srgbClr val="626C78"/>
                </a:solidFill>
                <a:latin typeface="Arial"/>
                <a:ea typeface="Arial"/>
                <a:cs typeface="Arial"/>
              </a:rPr>
              <a:t>Tổng quan về website bán laptop &amp; phụ kiện</a:t>
            </a:r>
          </a:p>
        </p:txBody>
      </p:sp>
      <p:sp>
        <p:nvSpPr>
          <p:cNvPr id="15" name="Rounded Rectangle 14">
            <a:extLst xmlns:a="http://schemas.openxmlformats.org/drawingml/2006/main">
              <a:ext uri="{FF2B5EF4-FFF2-40B4-BE49-F238E27FC236}">
                <a16:creationId xmlns:a16="http://schemas.microsoft.com/office/drawing/2014/main" id="{D8479639-1BB9-4C77-B7A7-C076C9B18475}"/>
              </a:ext>
            </a:extLst>
          </p:cNvPr>
          <p:cNvSpPr>
            <a:spLocks xmlns:a="http://schemas.openxmlformats.org/drawingml/2006/main" noGrp="1"/>
          </p:cNvSpPr>
          <p:nvPr/>
        </p:nvSpPr>
        <p:spPr>
          <a:xfrm xmlns:a="http://schemas.openxmlformats.org/drawingml/2006/main">
            <a:off x="3246120" y="2788920"/>
            <a:ext cx="7178040" cy="2331720"/>
          </a:xfrm>
          <a:prstGeom xmlns:a="http://schemas.openxmlformats.org/drawingml/2006/main" prst="roundRect">
            <a:avLst/>
          </a:prstGeom>
          <a:solidFill xmlns:a="http://schemas.openxmlformats.org/drawingml/2006/main">
            <a:srgbClr val="F7FB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ounded Rectangle 15">
            <a:extLst xmlns:a="http://schemas.openxmlformats.org/drawingml/2006/main">
              <a:ext uri="{FF2B5EF4-FFF2-40B4-BE49-F238E27FC236}">
                <a16:creationId xmlns:a16="http://schemas.microsoft.com/office/drawing/2014/main" id="{AE6F6E33-899D-491A-A59C-25C27AC4357B}"/>
              </a:ext>
            </a:extLst>
          </p:cNvPr>
          <p:cNvSpPr>
            <a:spLocks xmlns:a="http://schemas.openxmlformats.org/drawingml/2006/main" noGrp="1"/>
          </p:cNvSpPr>
          <p:nvPr/>
        </p:nvSpPr>
        <p:spPr>
          <a:xfrm xmlns:a="http://schemas.openxmlformats.org/drawingml/2006/main">
            <a:off x="3246120" y="2788920"/>
            <a:ext cx="82296" cy="2331720"/>
          </a:xfrm>
          <a:prstGeom xmlns:a="http://schemas.openxmlformats.org/drawingml/2006/main" prst="roundRect">
            <a:avLst/>
          </a:prstGeom>
          <a:solidFill xmlns:a="http://schemas.openxmlformats.org/drawingml/2006/main">
            <a:srgbClr val="2184D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256C815-1B2C-4219-9E7E-484507F69EBF}"/>
              </a:ext>
            </a:extLst>
          </p:cNvPr>
          <p:cNvSpPr>
            <a:spLocks xmlns:a="http://schemas.openxmlformats.org/drawingml/2006/main" noGrp="1"/>
          </p:cNvSpPr>
          <p:nvPr/>
        </p:nvSpPr>
        <p:spPr>
          <a:xfrm xmlns:a="http://schemas.openxmlformats.org/drawingml/2006/main">
            <a:off x="3584448" y="3054096"/>
            <a:ext cx="1828800" cy="256032"/>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000" b="1">
                <a:solidFill>
                  <a:srgbClr val="2184DC"/>
                </a:solidFill>
                <a:latin typeface="Arial"/>
                <a:ea typeface="Arial"/>
                <a:cs typeface="Arial"/>
              </a:rPr>
              <a:t>MỤC TIÊU</a:t>
            </a:r>
          </a:p>
        </p:txBody>
      </p:sp>
      <p:sp>
        <p:nvSpPr>
          <p:cNvPr id="18" name="TextBox 17">
            <a:extLst xmlns:a="http://schemas.openxmlformats.org/drawingml/2006/main">
              <a:ext uri="{FF2B5EF4-FFF2-40B4-BE49-F238E27FC236}">
                <a16:creationId xmlns:a16="http://schemas.microsoft.com/office/drawing/2014/main" id="{E9D3504D-6150-4EBF-8648-F894C8C353B5}"/>
              </a:ext>
            </a:extLst>
          </p:cNvPr>
          <p:cNvSpPr>
            <a:spLocks xmlns:a="http://schemas.openxmlformats.org/drawingml/2006/main" noGrp="1"/>
          </p:cNvSpPr>
          <p:nvPr/>
        </p:nvSpPr>
        <p:spPr>
          <a:xfrm xmlns:a="http://schemas.openxmlformats.org/drawingml/2006/main">
            <a:off x="3584448" y="3430893"/>
            <a:ext cx="6660798" cy="55399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500" b="1">
                <a:solidFill>
                  <a:srgbClr val="0A3069"/>
                </a:solidFill>
                <a:latin typeface="Arial"/>
                <a:ea typeface="Arial"/>
                <a:cs typeface="Arial"/>
              </a:rPr>
              <a:t>Xây</a:t>
            </a:r>
            <a:r>
              <a:rPr sz="1500" b="1">
                <a:solidFill>
                  <a:srgbClr val="0A3069"/>
                </a:solidFill>
                <a:latin typeface="Arial"/>
                <a:ea typeface="Arial"/>
                <a:cs typeface="Arial"/>
              </a:rPr>
              <a:t> </a:t>
            </a:r>
            <a:r>
              <a:rPr sz="1500" b="1">
                <a:solidFill>
                  <a:srgbClr val="0A3069"/>
                </a:solidFill>
                <a:latin typeface="Arial"/>
                <a:ea typeface="Arial"/>
                <a:cs typeface="Arial"/>
              </a:rPr>
              <a:t>dựng</a:t>
            </a:r>
            <a:r>
              <a:rPr sz="1500" b="1">
                <a:solidFill>
                  <a:srgbClr val="0A3069"/>
                </a:solidFill>
                <a:latin typeface="Arial"/>
                <a:ea typeface="Arial"/>
                <a:cs typeface="Arial"/>
              </a:rPr>
              <a:t> website </a:t>
            </a:r>
            <a:r>
              <a:rPr sz="1500" b="1">
                <a:solidFill>
                  <a:srgbClr val="0A3069"/>
                </a:solidFill>
                <a:latin typeface="Arial"/>
                <a:ea typeface="Arial"/>
                <a:cs typeface="Arial"/>
              </a:rPr>
              <a:t>hỗ</a:t>
            </a:r>
            <a:r>
              <a:rPr sz="1500" b="1">
                <a:solidFill>
                  <a:srgbClr val="0A3069"/>
                </a:solidFill>
                <a:latin typeface="Arial"/>
                <a:ea typeface="Arial"/>
                <a:cs typeface="Arial"/>
              </a:rPr>
              <a:t> </a:t>
            </a:r>
            <a:r>
              <a:rPr sz="1500" b="1">
                <a:solidFill>
                  <a:srgbClr val="0A3069"/>
                </a:solidFill>
                <a:latin typeface="Arial"/>
                <a:ea typeface="Arial"/>
                <a:cs typeface="Arial"/>
              </a:rPr>
              <a:t>trợ</a:t>
            </a:r>
            <a:r>
              <a:rPr sz="1500" b="1">
                <a:solidFill>
                  <a:srgbClr val="0A3069"/>
                </a:solidFill>
                <a:latin typeface="Arial"/>
                <a:ea typeface="Arial"/>
                <a:cs typeface="Arial"/>
              </a:rPr>
              <a:t> </a:t>
            </a:r>
            <a:r>
              <a:rPr sz="1500" b="1">
                <a:solidFill>
                  <a:srgbClr val="0A3069"/>
                </a:solidFill>
                <a:latin typeface="Arial"/>
                <a:ea typeface="Arial"/>
                <a:cs typeface="Arial"/>
              </a:rPr>
              <a:t>khách</a:t>
            </a:r>
            <a:r>
              <a:rPr sz="1500" b="1">
                <a:solidFill>
                  <a:srgbClr val="0A3069"/>
                </a:solidFill>
                <a:latin typeface="Arial"/>
                <a:ea typeface="Arial"/>
                <a:cs typeface="Arial"/>
              </a:rPr>
              <a:t> </a:t>
            </a:r>
            <a:r>
              <a:rPr sz="1500" b="1">
                <a:solidFill>
                  <a:srgbClr val="0A3069"/>
                </a:solidFill>
                <a:latin typeface="Arial"/>
                <a:ea typeface="Arial"/>
                <a:cs typeface="Arial"/>
              </a:rPr>
              <a:t>hàng</a:t>
            </a:r>
            <a:r>
              <a:rPr sz="1500" b="1">
                <a:solidFill>
                  <a:srgbClr val="0A3069"/>
                </a:solidFill>
                <a:latin typeface="Arial"/>
                <a:ea typeface="Arial"/>
                <a:cs typeface="Arial"/>
              </a:rPr>
              <a:t> </a:t>
            </a:r>
            <a:r>
              <a:rPr sz="1500" b="1">
                <a:solidFill>
                  <a:srgbClr val="0A3069"/>
                </a:solidFill>
                <a:latin typeface="Arial"/>
                <a:ea typeface="Arial"/>
                <a:cs typeface="Arial"/>
              </a:rPr>
              <a:t>tìm</a:t>
            </a:r>
            <a:r>
              <a:rPr sz="1500" b="1">
                <a:solidFill>
                  <a:srgbClr val="0A3069"/>
                </a:solidFill>
                <a:latin typeface="Arial"/>
                <a:ea typeface="Arial"/>
                <a:cs typeface="Arial"/>
              </a:rPr>
              <a:t> </a:t>
            </a:r>
            <a:r>
              <a:rPr sz="1500" b="1">
                <a:solidFill>
                  <a:srgbClr val="0A3069"/>
                </a:solidFill>
                <a:latin typeface="Arial"/>
                <a:ea typeface="Arial"/>
                <a:cs typeface="Arial"/>
              </a:rPr>
              <a:t>kiếm</a:t>
            </a:r>
            <a:r>
              <a:rPr sz="1500" b="1">
                <a:solidFill>
                  <a:srgbClr val="0A3069"/>
                </a:solidFill>
                <a:latin typeface="Arial"/>
                <a:ea typeface="Arial"/>
                <a:cs typeface="Arial"/>
              </a:rPr>
              <a:t>, </a:t>
            </a:r>
            <a:r>
              <a:rPr sz="1500" b="1">
                <a:solidFill>
                  <a:srgbClr val="0A3069"/>
                </a:solidFill>
                <a:latin typeface="Arial"/>
                <a:ea typeface="Arial"/>
                <a:cs typeface="Arial"/>
              </a:rPr>
              <a:t>lựa</a:t>
            </a:r>
            <a:r>
              <a:rPr sz="1500" b="1">
                <a:solidFill>
                  <a:srgbClr val="0A3069"/>
                </a:solidFill>
                <a:latin typeface="Arial"/>
                <a:ea typeface="Arial"/>
                <a:cs typeface="Arial"/>
              </a:rPr>
              <a:t> </a:t>
            </a:r>
            <a:r>
              <a:rPr sz="1500" b="1">
                <a:solidFill>
                  <a:srgbClr val="0A3069"/>
                </a:solidFill>
                <a:latin typeface="Arial"/>
                <a:ea typeface="Arial"/>
                <a:cs typeface="Arial"/>
              </a:rPr>
              <a:t>chọn</a:t>
            </a:r>
            <a:r>
              <a:rPr sz="1500" b="1">
                <a:solidFill>
                  <a:srgbClr val="0A3069"/>
                </a:solidFill>
                <a:latin typeface="Arial"/>
                <a:ea typeface="Arial"/>
                <a:cs typeface="Arial"/>
              </a:rPr>
              <a:t> </a:t>
            </a:r>
            <a:r>
              <a:rPr sz="1500" b="1">
                <a:solidFill>
                  <a:srgbClr val="0A3069"/>
                </a:solidFill>
                <a:latin typeface="Arial"/>
                <a:ea typeface="Arial"/>
                <a:cs typeface="Arial"/>
              </a:rPr>
              <a:t>và</a:t>
            </a:r>
            <a:r>
              <a:rPr sz="1500" b="1">
                <a:solidFill>
                  <a:srgbClr val="0A3069"/>
                </a:solidFill>
                <a:latin typeface="Arial"/>
                <a:ea typeface="Arial"/>
                <a:cs typeface="Arial"/>
              </a:rPr>
              <a:t> </a:t>
            </a:r>
            <a:r>
              <a:rPr sz="1500" b="1">
                <a:solidFill>
                  <a:srgbClr val="0A3069"/>
                </a:solidFill>
                <a:latin typeface="Arial"/>
                <a:ea typeface="Arial"/>
                <a:cs typeface="Arial"/>
              </a:rPr>
              <a:t>mua</a:t>
            </a:r>
            <a:r>
              <a:rPr sz="1500" b="1">
                <a:solidFill>
                  <a:srgbClr val="0A3069"/>
                </a:solidFill>
                <a:latin typeface="Arial"/>
                <a:ea typeface="Arial"/>
                <a:cs typeface="Arial"/>
              </a:rPr>
              <a:t> laptop</a:t>
            </a:r>
            <a:br/>
            <a:r>
              <a:rPr sz="1500" b="1">
                <a:solidFill>
                  <a:srgbClr val="0A3069"/>
                </a:solidFill>
                <a:latin typeface="Arial"/>
                <a:ea typeface="Arial"/>
                <a:cs typeface="Arial"/>
              </a:rPr>
              <a:t>phụ</a:t>
            </a:r>
            <a:r>
              <a:rPr sz="1500" b="1">
                <a:solidFill>
                  <a:srgbClr val="0A3069"/>
                </a:solidFill>
                <a:latin typeface="Arial"/>
                <a:ea typeface="Arial"/>
                <a:cs typeface="Arial"/>
              </a:rPr>
              <a:t> </a:t>
            </a:r>
            <a:r>
              <a:rPr sz="1500" b="1">
                <a:solidFill>
                  <a:srgbClr val="0A3069"/>
                </a:solidFill>
                <a:latin typeface="Arial"/>
                <a:ea typeface="Arial"/>
                <a:cs typeface="Arial"/>
              </a:rPr>
              <a:t>kiện</a:t>
            </a:r>
            <a:r>
              <a:rPr sz="1500" b="1">
                <a:solidFill>
                  <a:srgbClr val="0A3069"/>
                </a:solidFill>
                <a:latin typeface="Arial"/>
                <a:ea typeface="Arial"/>
                <a:cs typeface="Arial"/>
              </a:rPr>
              <a:t> </a:t>
            </a:r>
            <a:r>
              <a:rPr sz="1500" b="1">
                <a:solidFill>
                  <a:srgbClr val="0A3069"/>
                </a:solidFill>
                <a:latin typeface="Arial"/>
                <a:ea typeface="Arial"/>
                <a:cs typeface="Arial"/>
              </a:rPr>
              <a:t>một</a:t>
            </a:r>
            <a:r>
              <a:rPr sz="1500" b="1">
                <a:solidFill>
                  <a:srgbClr val="0A3069"/>
                </a:solidFill>
                <a:latin typeface="Arial"/>
                <a:ea typeface="Arial"/>
                <a:cs typeface="Arial"/>
              </a:rPr>
              <a:t> </a:t>
            </a:r>
            <a:r>
              <a:rPr sz="1500" b="1">
                <a:solidFill>
                  <a:srgbClr val="0A3069"/>
                </a:solidFill>
                <a:latin typeface="Arial"/>
                <a:ea typeface="Arial"/>
                <a:cs typeface="Arial"/>
              </a:rPr>
              <a:t>cách</a:t>
            </a:r>
            <a:r>
              <a:rPr sz="1500" b="1">
                <a:solidFill>
                  <a:srgbClr val="0A3069"/>
                </a:solidFill>
                <a:latin typeface="Arial"/>
                <a:ea typeface="Arial"/>
                <a:cs typeface="Arial"/>
              </a:rPr>
              <a:t> </a:t>
            </a:r>
            <a:r>
              <a:rPr sz="1500" b="1">
                <a:solidFill>
                  <a:srgbClr val="0A3069"/>
                </a:solidFill>
                <a:latin typeface="Arial"/>
                <a:ea typeface="Arial"/>
                <a:cs typeface="Arial"/>
              </a:rPr>
              <a:t>thuận</a:t>
            </a:r>
            <a:r>
              <a:rPr sz="1500" b="1">
                <a:solidFill>
                  <a:srgbClr val="0A3069"/>
                </a:solidFill>
                <a:latin typeface="Arial"/>
                <a:ea typeface="Arial"/>
                <a:cs typeface="Arial"/>
              </a:rPr>
              <a:t> </a:t>
            </a:r>
            <a:r>
              <a:rPr sz="1500" b="1">
                <a:solidFill>
                  <a:srgbClr val="0A3069"/>
                </a:solidFill>
                <a:latin typeface="Arial"/>
                <a:ea typeface="Arial"/>
                <a:cs typeface="Arial"/>
              </a:rPr>
              <a:t>tiện</a:t>
            </a:r>
            <a:r>
              <a:rPr sz="1500" b="1">
                <a:solidFill>
                  <a:srgbClr val="0A3069"/>
                </a:solidFill>
                <a:latin typeface="Arial"/>
                <a:ea typeface="Arial"/>
                <a:cs typeface="Arial"/>
              </a:rPr>
              <a:t>.</a:t>
            </a:r>
          </a:p>
        </p:txBody>
      </p:sp>
      <p:sp>
        <p:nvSpPr>
          <p:cNvPr id="19" name="Rounded Rectangle 18">
            <a:extLst xmlns:a="http://schemas.openxmlformats.org/drawingml/2006/main">
              <a:ext uri="{FF2B5EF4-FFF2-40B4-BE49-F238E27FC236}">
                <a16:creationId xmlns:a16="http://schemas.microsoft.com/office/drawing/2014/main" id="{585003F1-7ABE-4157-859A-2597B99EB1DA}"/>
              </a:ext>
            </a:extLst>
          </p:cNvPr>
          <p:cNvSpPr>
            <a:spLocks xmlns:a="http://schemas.openxmlformats.org/drawingml/2006/main" noGrp="1"/>
          </p:cNvSpPr>
          <p:nvPr/>
        </p:nvSpPr>
        <p:spPr>
          <a:xfrm xmlns:a="http://schemas.openxmlformats.org/drawingml/2006/main">
            <a:off x="3584448" y="4315968"/>
            <a:ext cx="1783080" cy="502920"/>
          </a:xfrm>
          <a:prstGeom xmlns:a="http://schemas.openxmlformats.org/drawingml/2006/main" prst="roundRect">
            <a:avLst/>
          </a:prstGeom>
          <a:solidFill xmlns:a="http://schemas.openxmlformats.org/drawingml/2006/main">
            <a:srgbClr val="FFFF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84C85BBF-D8DF-4314-B809-2BAA380C072D}"/>
              </a:ext>
            </a:extLst>
          </p:cNvPr>
          <p:cNvSpPr>
            <a:spLocks xmlns:a="http://schemas.openxmlformats.org/drawingml/2006/main" noGrp="1"/>
          </p:cNvSpPr>
          <p:nvPr/>
        </p:nvSpPr>
        <p:spPr>
          <a:xfrm xmlns:a="http://schemas.openxmlformats.org/drawingml/2006/main">
            <a:off x="3807872" y="4419801"/>
            <a:ext cx="237744" cy="237744"/>
          </a:xfrm>
          <a:prstGeom xmlns:a="http://schemas.openxmlformats.org/drawingml/2006/main" prst="ellipse">
            <a:avLst/>
          </a:prstGeom>
          <a:solidFill xmlns:a="http://schemas.openxmlformats.org/drawingml/2006/main">
            <a:srgbClr val="DEF2FF"/>
          </a:solidFill>
          <a:ln xmlns:a="http://schemas.openxmlformats.org/drawingml/2006/main" w="1016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15E953C-DAC2-495C-A427-5BF63F7AFD29}"/>
              </a:ext>
            </a:extLst>
          </p:cNvPr>
          <p:cNvSpPr>
            <a:spLocks xmlns:a="http://schemas.openxmlformats.org/drawingml/2006/main" noGrp="1"/>
          </p:cNvSpPr>
          <p:nvPr/>
        </p:nvSpPr>
        <p:spPr>
          <a:xfrm xmlns:a="http://schemas.openxmlformats.org/drawingml/2006/main">
            <a:off x="3840479" y="4434179"/>
            <a:ext cx="182880" cy="20116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800" b="1">
                <a:solidFill>
                  <a:srgbClr val="2184DC"/>
                </a:solidFill>
                <a:latin typeface="Arial"/>
                <a:ea typeface="Arial"/>
                <a:cs typeface="Arial"/>
              </a:rPr>
              <a:t>01</a:t>
            </a:r>
          </a:p>
        </p:txBody>
      </p:sp>
      <p:sp>
        <p:nvSpPr>
          <p:cNvPr id="22" name="TextBox 21">
            <a:extLst xmlns:a="http://schemas.openxmlformats.org/drawingml/2006/main">
              <a:ext uri="{FF2B5EF4-FFF2-40B4-BE49-F238E27FC236}">
                <a16:creationId xmlns:a16="http://schemas.microsoft.com/office/drawing/2014/main" id="{3C4A7E2E-7992-44B7-B4B7-A80980983D95}"/>
              </a:ext>
            </a:extLst>
          </p:cNvPr>
          <p:cNvSpPr>
            <a:spLocks xmlns:a="http://schemas.openxmlformats.org/drawingml/2006/main" noGrp="1"/>
          </p:cNvSpPr>
          <p:nvPr/>
        </p:nvSpPr>
        <p:spPr>
          <a:xfrm xmlns:a="http://schemas.openxmlformats.org/drawingml/2006/main">
            <a:off x="4059935" y="4416552"/>
            <a:ext cx="109728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000" b="1">
                <a:solidFill>
                  <a:srgbClr val="0A3069"/>
                </a:solidFill>
                <a:latin typeface="Arial"/>
                <a:ea typeface="Arial"/>
                <a:cs typeface="Arial"/>
              </a:rPr>
              <a:t>Dễ sử dụng</a:t>
            </a:r>
          </a:p>
        </p:txBody>
      </p:sp>
      <p:sp>
        <p:nvSpPr>
          <p:cNvPr id="23" name="Rounded Rectangle 22">
            <a:extLst xmlns:a="http://schemas.openxmlformats.org/drawingml/2006/main">
              <a:ext uri="{FF2B5EF4-FFF2-40B4-BE49-F238E27FC236}">
                <a16:creationId xmlns:a16="http://schemas.microsoft.com/office/drawing/2014/main" id="{6FB15EC2-E045-403E-A00A-A0E04FD1D5C2}"/>
              </a:ext>
            </a:extLst>
          </p:cNvPr>
          <p:cNvSpPr>
            <a:spLocks xmlns:a="http://schemas.openxmlformats.org/drawingml/2006/main" noGrp="1"/>
          </p:cNvSpPr>
          <p:nvPr/>
        </p:nvSpPr>
        <p:spPr>
          <a:xfrm xmlns:a="http://schemas.openxmlformats.org/drawingml/2006/main">
            <a:off x="5577840" y="4315968"/>
            <a:ext cx="1783080" cy="502920"/>
          </a:xfrm>
          <a:prstGeom xmlns:a="http://schemas.openxmlformats.org/drawingml/2006/main" prst="roundRect">
            <a:avLst/>
          </a:prstGeom>
          <a:solidFill xmlns:a="http://schemas.openxmlformats.org/drawingml/2006/main">
            <a:srgbClr val="FFFF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Oval 23">
            <a:extLst xmlns:a="http://schemas.openxmlformats.org/drawingml/2006/main">
              <a:ext uri="{FF2B5EF4-FFF2-40B4-BE49-F238E27FC236}">
                <a16:creationId xmlns:a16="http://schemas.microsoft.com/office/drawing/2014/main" id="{4ECAE6C4-68BA-42BD-9E4E-26DACD807BEC}"/>
              </a:ext>
            </a:extLst>
          </p:cNvPr>
          <p:cNvSpPr>
            <a:spLocks xmlns:a="http://schemas.openxmlformats.org/drawingml/2006/main" noGrp="1"/>
          </p:cNvSpPr>
          <p:nvPr/>
        </p:nvSpPr>
        <p:spPr>
          <a:xfrm xmlns:a="http://schemas.openxmlformats.org/drawingml/2006/main">
            <a:off x="5815642" y="4434179"/>
            <a:ext cx="237744" cy="237744"/>
          </a:xfrm>
          <a:prstGeom xmlns:a="http://schemas.openxmlformats.org/drawingml/2006/main" prst="ellipse">
            <a:avLst/>
          </a:prstGeom>
          <a:solidFill xmlns:a="http://schemas.openxmlformats.org/drawingml/2006/main">
            <a:srgbClr val="DEF2FF"/>
          </a:solidFill>
          <a:ln xmlns:a="http://schemas.openxmlformats.org/drawingml/2006/main" w="1016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0C06D4F-DB28-4CCC-85BD-F8623697B1BF}"/>
              </a:ext>
            </a:extLst>
          </p:cNvPr>
          <p:cNvSpPr>
            <a:spLocks xmlns:a="http://schemas.openxmlformats.org/drawingml/2006/main" noGrp="1"/>
          </p:cNvSpPr>
          <p:nvPr/>
        </p:nvSpPr>
        <p:spPr>
          <a:xfrm xmlns:a="http://schemas.openxmlformats.org/drawingml/2006/main">
            <a:off x="5842986" y="4456377"/>
            <a:ext cx="182880" cy="20116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800" b="1">
                <a:solidFill>
                  <a:srgbClr val="2184DC"/>
                </a:solidFill>
                <a:latin typeface="Arial"/>
                <a:ea typeface="Arial"/>
                <a:cs typeface="Arial"/>
              </a:rPr>
              <a:t>02</a:t>
            </a:r>
          </a:p>
        </p:txBody>
      </p:sp>
      <p:sp>
        <p:nvSpPr>
          <p:cNvPr id="26" name="TextBox 25">
            <a:extLst xmlns:a="http://schemas.openxmlformats.org/drawingml/2006/main">
              <a:ext uri="{FF2B5EF4-FFF2-40B4-BE49-F238E27FC236}">
                <a16:creationId xmlns:a16="http://schemas.microsoft.com/office/drawing/2014/main" id="{EB5B48DA-8566-4F1E-A23D-917FB09B6852}"/>
              </a:ext>
            </a:extLst>
          </p:cNvPr>
          <p:cNvSpPr>
            <a:spLocks xmlns:a="http://schemas.openxmlformats.org/drawingml/2006/main" noGrp="1"/>
          </p:cNvSpPr>
          <p:nvPr/>
        </p:nvSpPr>
        <p:spPr>
          <a:xfrm xmlns:a="http://schemas.openxmlformats.org/drawingml/2006/main">
            <a:off x="6053327" y="4416552"/>
            <a:ext cx="109728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000" b="1">
                <a:solidFill>
                  <a:srgbClr val="0A3069"/>
                </a:solidFill>
                <a:latin typeface="Arial"/>
                <a:ea typeface="Arial"/>
                <a:cs typeface="Arial"/>
              </a:rPr>
              <a:t>Trực quan</a:t>
            </a:r>
          </a:p>
        </p:txBody>
      </p:sp>
      <p:sp>
        <p:nvSpPr>
          <p:cNvPr id="27" name="Rounded Rectangle 26">
            <a:extLst xmlns:a="http://schemas.openxmlformats.org/drawingml/2006/main">
              <a:ext uri="{FF2B5EF4-FFF2-40B4-BE49-F238E27FC236}">
                <a16:creationId xmlns:a16="http://schemas.microsoft.com/office/drawing/2014/main" id="{B228A53F-B972-459D-9D42-3AF2C28626E6}"/>
              </a:ext>
            </a:extLst>
          </p:cNvPr>
          <p:cNvSpPr>
            <a:spLocks xmlns:a="http://schemas.openxmlformats.org/drawingml/2006/main" noGrp="1"/>
          </p:cNvSpPr>
          <p:nvPr/>
        </p:nvSpPr>
        <p:spPr>
          <a:xfrm xmlns:a="http://schemas.openxmlformats.org/drawingml/2006/main">
            <a:off x="7571232" y="4315968"/>
            <a:ext cx="1783080" cy="502920"/>
          </a:xfrm>
          <a:prstGeom xmlns:a="http://schemas.openxmlformats.org/drawingml/2006/main" prst="roundRect">
            <a:avLst/>
          </a:prstGeom>
          <a:solidFill xmlns:a="http://schemas.openxmlformats.org/drawingml/2006/main">
            <a:srgbClr val="FFFF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Oval 27">
            <a:extLst xmlns:a="http://schemas.openxmlformats.org/drawingml/2006/main">
              <a:ext uri="{FF2B5EF4-FFF2-40B4-BE49-F238E27FC236}">
                <a16:creationId xmlns:a16="http://schemas.microsoft.com/office/drawing/2014/main" id="{C848635C-52A1-4844-B05B-73799EBFC6D2}"/>
              </a:ext>
            </a:extLst>
          </p:cNvPr>
          <p:cNvSpPr>
            <a:spLocks xmlns:a="http://schemas.openxmlformats.org/drawingml/2006/main" noGrp="1"/>
          </p:cNvSpPr>
          <p:nvPr/>
        </p:nvSpPr>
        <p:spPr>
          <a:xfrm xmlns:a="http://schemas.openxmlformats.org/drawingml/2006/main">
            <a:off x="7794656" y="4448556"/>
            <a:ext cx="237744" cy="237744"/>
          </a:xfrm>
          <a:prstGeom xmlns:a="http://schemas.openxmlformats.org/drawingml/2006/main" prst="ellipse">
            <a:avLst/>
          </a:prstGeom>
          <a:solidFill xmlns:a="http://schemas.openxmlformats.org/drawingml/2006/main">
            <a:srgbClr val="DEF2FF"/>
          </a:solidFill>
          <a:ln xmlns:a="http://schemas.openxmlformats.org/drawingml/2006/main" w="1016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8DAF5933-7AA4-4CFD-8E81-1D014203B6FE}"/>
              </a:ext>
            </a:extLst>
          </p:cNvPr>
          <p:cNvSpPr>
            <a:spLocks xmlns:a="http://schemas.openxmlformats.org/drawingml/2006/main" noGrp="1"/>
          </p:cNvSpPr>
          <p:nvPr/>
        </p:nvSpPr>
        <p:spPr>
          <a:xfrm xmlns:a="http://schemas.openxmlformats.org/drawingml/2006/main">
            <a:off x="7818090" y="4466844"/>
            <a:ext cx="182880" cy="201168"/>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ctr">
              <a:buNone/>
            </a:pPr>
            <a:r>
              <a:rPr sz="800" b="1">
                <a:solidFill>
                  <a:srgbClr val="2184DC"/>
                </a:solidFill>
                <a:latin typeface="Arial"/>
                <a:ea typeface="Arial"/>
                <a:cs typeface="Arial"/>
              </a:rPr>
              <a:t>03</a:t>
            </a:r>
          </a:p>
        </p:txBody>
      </p:sp>
      <p:sp>
        <p:nvSpPr>
          <p:cNvPr id="30" name="TextBox 29">
            <a:extLst xmlns:a="http://schemas.openxmlformats.org/drawingml/2006/main">
              <a:ext uri="{FF2B5EF4-FFF2-40B4-BE49-F238E27FC236}">
                <a16:creationId xmlns:a16="http://schemas.microsoft.com/office/drawing/2014/main" id="{FBCADBC9-3A7C-433D-A64A-066CB3D9F633}"/>
              </a:ext>
            </a:extLst>
          </p:cNvPr>
          <p:cNvSpPr>
            <a:spLocks xmlns:a="http://schemas.openxmlformats.org/drawingml/2006/main" noGrp="1"/>
          </p:cNvSpPr>
          <p:nvPr/>
        </p:nvSpPr>
        <p:spPr>
          <a:xfrm xmlns:a="http://schemas.openxmlformats.org/drawingml/2006/main">
            <a:off x="8046720" y="4416552"/>
            <a:ext cx="1097280" cy="274320"/>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1000" b="1">
                <a:solidFill>
                  <a:srgbClr val="0A3069"/>
                </a:solidFill>
                <a:latin typeface="Arial"/>
                <a:ea typeface="Arial"/>
                <a:cs typeface="Arial"/>
              </a:rPr>
              <a:t>Tiện lợi</a:t>
            </a:r>
          </a:p>
        </p:txBody>
      </p:sp>
      <p:sp>
        <p:nvSpPr>
          <p:cNvPr id="31" name="TextBox 30">
            <a:extLst xmlns:a="http://schemas.openxmlformats.org/drawingml/2006/main">
              <a:ext uri="{FF2B5EF4-FFF2-40B4-BE49-F238E27FC236}">
                <a16:creationId xmlns:a16="http://schemas.microsoft.com/office/drawing/2014/main" id="{A639AECD-8A7D-4D8B-923F-9514789F3642}"/>
              </a:ext>
            </a:extLst>
          </p:cNvPr>
          <p:cNvSpPr>
            <a:spLocks xmlns:a="http://schemas.openxmlformats.org/drawingml/2006/main" noGrp="1"/>
          </p:cNvSpPr>
          <p:nvPr/>
        </p:nvSpPr>
        <p:spPr>
          <a:xfrm xmlns:a="http://schemas.openxmlformats.org/drawingml/2006/main">
            <a:off x="3246120" y="5504688"/>
            <a:ext cx="7223760" cy="329184"/>
          </a:xfrm>
          <a:prstGeom xmlns:a="http://schemas.openxmlformats.org/drawingml/2006/main" prst="rect">
            <a:avLst/>
          </a:prstGeom>
          <a:noFill xmlns:a="http://schemas.openxmlformats.org/drawingml/2006/main"/>
        </p:spPr>
        <p:txBody>
          <a:bodyPr xmlns:a="http://schemas.openxmlformats.org/drawingml/2006/main" wrap="none" anchor="ctr">
            <a:spAutoFit/>
          </a:bodyPr>
          <a:lstStyle xmlns:a="http://schemas.openxmlformats.org/drawingml/2006/main"/>
          <a:p xmlns:a="http://schemas.openxmlformats.org/drawingml/2006/main">
            <a:pPr algn="l">
              <a:buNone/>
            </a:pPr>
            <a:r>
              <a:rPr sz="900" b="1">
                <a:solidFill>
                  <a:srgbClr val="2184DC"/>
                </a:solidFill>
                <a:latin typeface="Arial"/>
                <a:ea typeface="Arial"/>
                <a:cs typeface="Arial"/>
              </a:rPr>
              <a:t>WEBSITE LAPTOP &amp; ACCESSORIES</a:t>
            </a:r>
          </a:p>
        </p:txBody>
      </p:sp>
      <p:sp>
        <p:nvSpPr>
          <p:cNvPr id="32" name="Connector 31">
            <a:extLst xmlns:a="http://schemas.openxmlformats.org/drawingml/2006/main">
              <a:ext uri="{FF2B5EF4-FFF2-40B4-BE49-F238E27FC236}">
                <a16:creationId xmlns:a16="http://schemas.microsoft.com/office/drawing/2014/main" id="{E3A5F542-E642-4BE5-81AB-1F3876223981}"/>
              </a:ext>
            </a:extLst>
          </p:cNvPr>
          <p:cNvSpPr>
            <a:spLocks xmlns:a="http://schemas.openxmlformats.org/drawingml/2006/main" noGrp="1"/>
          </p:cNvSpPr>
          <p:nvPr/>
        </p:nvSpPr>
        <p:spPr>
          <a:xfrm xmlns:a="http://schemas.openxmlformats.org/drawingml/2006/main">
            <a:off x="3246120" y="5925312"/>
            <a:ext cx="7178040" cy="0"/>
          </a:xfrm>
          <a:prstGeom xmlns:a="http://schemas.openxmlformats.org/drawingml/2006/main" prst="line">
            <a:avLst/>
          </a:prstGeom>
          <a:ln xmlns:a="http://schemas.openxmlformats.org/drawingml/2006/main" w="12700">
            <a:solidFill>
              <a:srgbClr val="CDDEE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3" name="Oval 32">
            <a:extLst xmlns:a="http://schemas.openxmlformats.org/drawingml/2006/main">
              <a:ext uri="{FF2B5EF4-FFF2-40B4-BE49-F238E27FC236}">
                <a16:creationId xmlns:a16="http://schemas.microsoft.com/office/drawing/2014/main" id="{11A6C02F-E952-4BF2-91DB-6F4BFB459749}"/>
              </a:ext>
            </a:extLst>
          </p:cNvPr>
          <p:cNvSpPr>
            <a:spLocks xmlns:a="http://schemas.openxmlformats.org/drawingml/2006/main" noGrp="1"/>
          </p:cNvSpPr>
          <p:nvPr/>
        </p:nvSpPr>
        <p:spPr>
          <a:xfrm xmlns:a="http://schemas.openxmlformats.org/drawingml/2006/main">
            <a:off x="10639958"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Oval 33">
            <a:extLst xmlns:a="http://schemas.openxmlformats.org/drawingml/2006/main">
              <a:ext uri="{FF2B5EF4-FFF2-40B4-BE49-F238E27FC236}">
                <a16:creationId xmlns:a16="http://schemas.microsoft.com/office/drawing/2014/main" id="{8371C234-CE69-4069-8648-3872ABDCC094}"/>
              </a:ext>
            </a:extLst>
          </p:cNvPr>
          <p:cNvSpPr>
            <a:spLocks xmlns:a="http://schemas.openxmlformats.org/drawingml/2006/main" noGrp="1"/>
          </p:cNvSpPr>
          <p:nvPr/>
        </p:nvSpPr>
        <p:spPr>
          <a:xfrm xmlns:a="http://schemas.openxmlformats.org/drawingml/2006/main">
            <a:off x="10758830"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Oval 34">
            <a:extLst xmlns:a="http://schemas.openxmlformats.org/drawingml/2006/main">
              <a:ext uri="{FF2B5EF4-FFF2-40B4-BE49-F238E27FC236}">
                <a16:creationId xmlns:a16="http://schemas.microsoft.com/office/drawing/2014/main" id="{EFEBEBA9-5383-4998-A526-FC39B151F5AF}"/>
              </a:ext>
            </a:extLst>
          </p:cNvPr>
          <p:cNvSpPr>
            <a:spLocks xmlns:a="http://schemas.openxmlformats.org/drawingml/2006/main" noGrp="1"/>
          </p:cNvSpPr>
          <p:nvPr/>
        </p:nvSpPr>
        <p:spPr>
          <a:xfrm xmlns:a="http://schemas.openxmlformats.org/drawingml/2006/main">
            <a:off x="10877702"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Oval 35">
            <a:extLst xmlns:a="http://schemas.openxmlformats.org/drawingml/2006/main">
              <a:ext uri="{FF2B5EF4-FFF2-40B4-BE49-F238E27FC236}">
                <a16:creationId xmlns:a16="http://schemas.microsoft.com/office/drawing/2014/main" id="{FEF4D023-4DE4-4959-8F75-BC3430A6970E}"/>
              </a:ext>
            </a:extLst>
          </p:cNvPr>
          <p:cNvSpPr>
            <a:spLocks xmlns:a="http://schemas.openxmlformats.org/drawingml/2006/main" noGrp="1"/>
          </p:cNvSpPr>
          <p:nvPr/>
        </p:nvSpPr>
        <p:spPr>
          <a:xfrm xmlns:a="http://schemas.openxmlformats.org/drawingml/2006/main">
            <a:off x="10996574"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Oval 36">
            <a:extLst xmlns:a="http://schemas.openxmlformats.org/drawingml/2006/main">
              <a:ext uri="{FF2B5EF4-FFF2-40B4-BE49-F238E27FC236}">
                <a16:creationId xmlns:a16="http://schemas.microsoft.com/office/drawing/2014/main" id="{0420FA1E-99B6-4960-89C7-6F66029551FA}"/>
              </a:ext>
            </a:extLst>
          </p:cNvPr>
          <p:cNvSpPr>
            <a:spLocks xmlns:a="http://schemas.openxmlformats.org/drawingml/2006/main" noGrp="1"/>
          </p:cNvSpPr>
          <p:nvPr/>
        </p:nvSpPr>
        <p:spPr>
          <a:xfrm xmlns:a="http://schemas.openxmlformats.org/drawingml/2006/main">
            <a:off x="11115446"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Oval 37">
            <a:extLst xmlns:a="http://schemas.openxmlformats.org/drawingml/2006/main">
              <a:ext uri="{FF2B5EF4-FFF2-40B4-BE49-F238E27FC236}">
                <a16:creationId xmlns:a16="http://schemas.microsoft.com/office/drawing/2014/main" id="{CE8E5ED5-7B45-4B72-9F16-4909E387958C}"/>
              </a:ext>
            </a:extLst>
          </p:cNvPr>
          <p:cNvSpPr>
            <a:spLocks xmlns:a="http://schemas.openxmlformats.org/drawingml/2006/main" noGrp="1"/>
          </p:cNvSpPr>
          <p:nvPr/>
        </p:nvSpPr>
        <p:spPr>
          <a:xfrm xmlns:a="http://schemas.openxmlformats.org/drawingml/2006/main">
            <a:off x="11234318"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Oval 38">
            <a:extLst xmlns:a="http://schemas.openxmlformats.org/drawingml/2006/main">
              <a:ext uri="{FF2B5EF4-FFF2-40B4-BE49-F238E27FC236}">
                <a16:creationId xmlns:a16="http://schemas.microsoft.com/office/drawing/2014/main" id="{40DB7F30-9019-4452-8FC3-9DEE52116101}"/>
              </a:ext>
            </a:extLst>
          </p:cNvPr>
          <p:cNvSpPr>
            <a:spLocks xmlns:a="http://schemas.openxmlformats.org/drawingml/2006/main" noGrp="1"/>
          </p:cNvSpPr>
          <p:nvPr/>
        </p:nvSpPr>
        <p:spPr>
          <a:xfrm xmlns:a="http://schemas.openxmlformats.org/drawingml/2006/main">
            <a:off x="11353190"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Oval 39">
            <a:extLst xmlns:a="http://schemas.openxmlformats.org/drawingml/2006/main">
              <a:ext uri="{FF2B5EF4-FFF2-40B4-BE49-F238E27FC236}">
                <a16:creationId xmlns:a16="http://schemas.microsoft.com/office/drawing/2014/main" id="{0BDA9B51-B030-490E-B9C4-B9BFE97F0706}"/>
              </a:ext>
            </a:extLst>
          </p:cNvPr>
          <p:cNvSpPr>
            <a:spLocks xmlns:a="http://schemas.openxmlformats.org/drawingml/2006/main" noGrp="1"/>
          </p:cNvSpPr>
          <p:nvPr/>
        </p:nvSpPr>
        <p:spPr>
          <a:xfrm xmlns:a="http://schemas.openxmlformats.org/drawingml/2006/main">
            <a:off x="11472062"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Oval 40">
            <a:extLst xmlns:a="http://schemas.openxmlformats.org/drawingml/2006/main">
              <a:ext uri="{FF2B5EF4-FFF2-40B4-BE49-F238E27FC236}">
                <a16:creationId xmlns:a16="http://schemas.microsoft.com/office/drawing/2014/main" id="{F2E38FBE-1DEE-41CD-9BE3-C13B7C44BA27}"/>
              </a:ext>
            </a:extLst>
          </p:cNvPr>
          <p:cNvSpPr>
            <a:spLocks xmlns:a="http://schemas.openxmlformats.org/drawingml/2006/main" noGrp="1"/>
          </p:cNvSpPr>
          <p:nvPr/>
        </p:nvSpPr>
        <p:spPr>
          <a:xfrm xmlns:a="http://schemas.openxmlformats.org/drawingml/2006/main">
            <a:off x="11590934" y="5427878"/>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Oval 41">
            <a:extLst xmlns:a="http://schemas.openxmlformats.org/drawingml/2006/main">
              <a:ext uri="{FF2B5EF4-FFF2-40B4-BE49-F238E27FC236}">
                <a16:creationId xmlns:a16="http://schemas.microsoft.com/office/drawing/2014/main" id="{0C6D6760-0CAD-485B-8416-BA2C4A1130DE}"/>
              </a:ext>
            </a:extLst>
          </p:cNvPr>
          <p:cNvSpPr>
            <a:spLocks xmlns:a="http://schemas.openxmlformats.org/drawingml/2006/main" noGrp="1"/>
          </p:cNvSpPr>
          <p:nvPr/>
        </p:nvSpPr>
        <p:spPr>
          <a:xfrm xmlns:a="http://schemas.openxmlformats.org/drawingml/2006/main">
            <a:off x="10639958"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Oval 42">
            <a:extLst xmlns:a="http://schemas.openxmlformats.org/drawingml/2006/main">
              <a:ext uri="{FF2B5EF4-FFF2-40B4-BE49-F238E27FC236}">
                <a16:creationId xmlns:a16="http://schemas.microsoft.com/office/drawing/2014/main" id="{E60E427B-F8E7-4846-BD4F-BFD1E02A13C4}"/>
              </a:ext>
            </a:extLst>
          </p:cNvPr>
          <p:cNvSpPr>
            <a:spLocks xmlns:a="http://schemas.openxmlformats.org/drawingml/2006/main" noGrp="1"/>
          </p:cNvSpPr>
          <p:nvPr/>
        </p:nvSpPr>
        <p:spPr>
          <a:xfrm xmlns:a="http://schemas.openxmlformats.org/drawingml/2006/main">
            <a:off x="10758830"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Oval 43">
            <a:extLst xmlns:a="http://schemas.openxmlformats.org/drawingml/2006/main">
              <a:ext uri="{FF2B5EF4-FFF2-40B4-BE49-F238E27FC236}">
                <a16:creationId xmlns:a16="http://schemas.microsoft.com/office/drawing/2014/main" id="{EE077CFE-E52A-4D45-8CCF-B4B368B6CAB0}"/>
              </a:ext>
            </a:extLst>
          </p:cNvPr>
          <p:cNvSpPr>
            <a:spLocks xmlns:a="http://schemas.openxmlformats.org/drawingml/2006/main" noGrp="1"/>
          </p:cNvSpPr>
          <p:nvPr/>
        </p:nvSpPr>
        <p:spPr>
          <a:xfrm xmlns:a="http://schemas.openxmlformats.org/drawingml/2006/main">
            <a:off x="10877702"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Oval 44">
            <a:extLst xmlns:a="http://schemas.openxmlformats.org/drawingml/2006/main">
              <a:ext uri="{FF2B5EF4-FFF2-40B4-BE49-F238E27FC236}">
                <a16:creationId xmlns:a16="http://schemas.microsoft.com/office/drawing/2014/main" id="{F5EFDAF4-9A72-40A3-8B0E-81F2661AEF41}"/>
              </a:ext>
            </a:extLst>
          </p:cNvPr>
          <p:cNvSpPr>
            <a:spLocks xmlns:a="http://schemas.openxmlformats.org/drawingml/2006/main" noGrp="1"/>
          </p:cNvSpPr>
          <p:nvPr/>
        </p:nvSpPr>
        <p:spPr>
          <a:xfrm xmlns:a="http://schemas.openxmlformats.org/drawingml/2006/main">
            <a:off x="10996574"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Oval 45">
            <a:extLst xmlns:a="http://schemas.openxmlformats.org/drawingml/2006/main">
              <a:ext uri="{FF2B5EF4-FFF2-40B4-BE49-F238E27FC236}">
                <a16:creationId xmlns:a16="http://schemas.microsoft.com/office/drawing/2014/main" id="{A3D20607-3EFF-4E17-B9A0-14A4E68ABE92}"/>
              </a:ext>
            </a:extLst>
          </p:cNvPr>
          <p:cNvSpPr>
            <a:spLocks xmlns:a="http://schemas.openxmlformats.org/drawingml/2006/main" noGrp="1"/>
          </p:cNvSpPr>
          <p:nvPr/>
        </p:nvSpPr>
        <p:spPr>
          <a:xfrm xmlns:a="http://schemas.openxmlformats.org/drawingml/2006/main">
            <a:off x="11115446"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Oval 46">
            <a:extLst xmlns:a="http://schemas.openxmlformats.org/drawingml/2006/main">
              <a:ext uri="{FF2B5EF4-FFF2-40B4-BE49-F238E27FC236}">
                <a16:creationId xmlns:a16="http://schemas.microsoft.com/office/drawing/2014/main" id="{7C5C2D79-4261-4849-81AF-995B5E52ED22}"/>
              </a:ext>
            </a:extLst>
          </p:cNvPr>
          <p:cNvSpPr>
            <a:spLocks xmlns:a="http://schemas.openxmlformats.org/drawingml/2006/main" noGrp="1"/>
          </p:cNvSpPr>
          <p:nvPr/>
        </p:nvSpPr>
        <p:spPr>
          <a:xfrm xmlns:a="http://schemas.openxmlformats.org/drawingml/2006/main">
            <a:off x="11234318"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Oval 47">
            <a:extLst xmlns:a="http://schemas.openxmlformats.org/drawingml/2006/main">
              <a:ext uri="{FF2B5EF4-FFF2-40B4-BE49-F238E27FC236}">
                <a16:creationId xmlns:a16="http://schemas.microsoft.com/office/drawing/2014/main" id="{0F0D622D-55AC-435F-9A1E-2AA8960DE669}"/>
              </a:ext>
            </a:extLst>
          </p:cNvPr>
          <p:cNvSpPr>
            <a:spLocks xmlns:a="http://schemas.openxmlformats.org/drawingml/2006/main" noGrp="1"/>
          </p:cNvSpPr>
          <p:nvPr/>
        </p:nvSpPr>
        <p:spPr>
          <a:xfrm xmlns:a="http://schemas.openxmlformats.org/drawingml/2006/main">
            <a:off x="11353190"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Oval 48">
            <a:extLst xmlns:a="http://schemas.openxmlformats.org/drawingml/2006/main">
              <a:ext uri="{FF2B5EF4-FFF2-40B4-BE49-F238E27FC236}">
                <a16:creationId xmlns:a16="http://schemas.microsoft.com/office/drawing/2014/main" id="{CA61CDDD-E387-4809-94E0-42915CD69782}"/>
              </a:ext>
            </a:extLst>
          </p:cNvPr>
          <p:cNvSpPr>
            <a:spLocks xmlns:a="http://schemas.openxmlformats.org/drawingml/2006/main" noGrp="1"/>
          </p:cNvSpPr>
          <p:nvPr/>
        </p:nvSpPr>
        <p:spPr>
          <a:xfrm xmlns:a="http://schemas.openxmlformats.org/drawingml/2006/main">
            <a:off x="11472062"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Oval 49">
            <a:extLst xmlns:a="http://schemas.openxmlformats.org/drawingml/2006/main">
              <a:ext uri="{FF2B5EF4-FFF2-40B4-BE49-F238E27FC236}">
                <a16:creationId xmlns:a16="http://schemas.microsoft.com/office/drawing/2014/main" id="{C4ABFB9E-A985-4641-B4D3-AF9BFCE50D52}"/>
              </a:ext>
            </a:extLst>
          </p:cNvPr>
          <p:cNvSpPr>
            <a:spLocks xmlns:a="http://schemas.openxmlformats.org/drawingml/2006/main" noGrp="1"/>
          </p:cNvSpPr>
          <p:nvPr/>
        </p:nvSpPr>
        <p:spPr>
          <a:xfrm xmlns:a="http://schemas.openxmlformats.org/drawingml/2006/main">
            <a:off x="11590934" y="5546750"/>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Oval 50">
            <a:extLst xmlns:a="http://schemas.openxmlformats.org/drawingml/2006/main">
              <a:ext uri="{FF2B5EF4-FFF2-40B4-BE49-F238E27FC236}">
                <a16:creationId xmlns:a16="http://schemas.microsoft.com/office/drawing/2014/main" id="{1240765B-782F-4537-B198-5D4E0CAEDDEE}"/>
              </a:ext>
            </a:extLst>
          </p:cNvPr>
          <p:cNvSpPr>
            <a:spLocks xmlns:a="http://schemas.openxmlformats.org/drawingml/2006/main" noGrp="1"/>
          </p:cNvSpPr>
          <p:nvPr/>
        </p:nvSpPr>
        <p:spPr>
          <a:xfrm xmlns:a="http://schemas.openxmlformats.org/drawingml/2006/main">
            <a:off x="10639958"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Oval 51">
            <a:extLst xmlns:a="http://schemas.openxmlformats.org/drawingml/2006/main">
              <a:ext uri="{FF2B5EF4-FFF2-40B4-BE49-F238E27FC236}">
                <a16:creationId xmlns:a16="http://schemas.microsoft.com/office/drawing/2014/main" id="{8AFFB6FA-92EF-4B98-A314-012D27031E73}"/>
              </a:ext>
            </a:extLst>
          </p:cNvPr>
          <p:cNvSpPr>
            <a:spLocks xmlns:a="http://schemas.openxmlformats.org/drawingml/2006/main" noGrp="1"/>
          </p:cNvSpPr>
          <p:nvPr/>
        </p:nvSpPr>
        <p:spPr>
          <a:xfrm xmlns:a="http://schemas.openxmlformats.org/drawingml/2006/main">
            <a:off x="10758830"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Oval 52">
            <a:extLst xmlns:a="http://schemas.openxmlformats.org/drawingml/2006/main">
              <a:ext uri="{FF2B5EF4-FFF2-40B4-BE49-F238E27FC236}">
                <a16:creationId xmlns:a16="http://schemas.microsoft.com/office/drawing/2014/main" id="{21FFF894-5208-4C66-AE8A-57B77949FF7C}"/>
              </a:ext>
            </a:extLst>
          </p:cNvPr>
          <p:cNvSpPr>
            <a:spLocks xmlns:a="http://schemas.openxmlformats.org/drawingml/2006/main" noGrp="1"/>
          </p:cNvSpPr>
          <p:nvPr/>
        </p:nvSpPr>
        <p:spPr>
          <a:xfrm xmlns:a="http://schemas.openxmlformats.org/drawingml/2006/main">
            <a:off x="10877702"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Oval 53">
            <a:extLst xmlns:a="http://schemas.openxmlformats.org/drawingml/2006/main">
              <a:ext uri="{FF2B5EF4-FFF2-40B4-BE49-F238E27FC236}">
                <a16:creationId xmlns:a16="http://schemas.microsoft.com/office/drawing/2014/main" id="{7005F318-A7AF-42A7-935F-07DDE8474B1C}"/>
              </a:ext>
            </a:extLst>
          </p:cNvPr>
          <p:cNvSpPr>
            <a:spLocks xmlns:a="http://schemas.openxmlformats.org/drawingml/2006/main" noGrp="1"/>
          </p:cNvSpPr>
          <p:nvPr/>
        </p:nvSpPr>
        <p:spPr>
          <a:xfrm xmlns:a="http://schemas.openxmlformats.org/drawingml/2006/main">
            <a:off x="10996574"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Oval 54">
            <a:extLst xmlns:a="http://schemas.openxmlformats.org/drawingml/2006/main">
              <a:ext uri="{FF2B5EF4-FFF2-40B4-BE49-F238E27FC236}">
                <a16:creationId xmlns:a16="http://schemas.microsoft.com/office/drawing/2014/main" id="{AC583EDE-B388-4A1F-9B57-92C54B58677D}"/>
              </a:ext>
            </a:extLst>
          </p:cNvPr>
          <p:cNvSpPr>
            <a:spLocks xmlns:a="http://schemas.openxmlformats.org/drawingml/2006/main" noGrp="1"/>
          </p:cNvSpPr>
          <p:nvPr/>
        </p:nvSpPr>
        <p:spPr>
          <a:xfrm xmlns:a="http://schemas.openxmlformats.org/drawingml/2006/main">
            <a:off x="11115446"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Oval 55">
            <a:extLst xmlns:a="http://schemas.openxmlformats.org/drawingml/2006/main">
              <a:ext uri="{FF2B5EF4-FFF2-40B4-BE49-F238E27FC236}">
                <a16:creationId xmlns:a16="http://schemas.microsoft.com/office/drawing/2014/main" id="{2A22DB2B-76B9-45A2-B98B-45EB8C614EC0}"/>
              </a:ext>
            </a:extLst>
          </p:cNvPr>
          <p:cNvSpPr>
            <a:spLocks xmlns:a="http://schemas.openxmlformats.org/drawingml/2006/main" noGrp="1"/>
          </p:cNvSpPr>
          <p:nvPr/>
        </p:nvSpPr>
        <p:spPr>
          <a:xfrm xmlns:a="http://schemas.openxmlformats.org/drawingml/2006/main">
            <a:off x="11234318"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Oval 56">
            <a:extLst xmlns:a="http://schemas.openxmlformats.org/drawingml/2006/main">
              <a:ext uri="{FF2B5EF4-FFF2-40B4-BE49-F238E27FC236}">
                <a16:creationId xmlns:a16="http://schemas.microsoft.com/office/drawing/2014/main" id="{DE5DD3D1-FFAA-465B-9A70-FFDCD4C38FCA}"/>
              </a:ext>
            </a:extLst>
          </p:cNvPr>
          <p:cNvSpPr>
            <a:spLocks xmlns:a="http://schemas.openxmlformats.org/drawingml/2006/main" noGrp="1"/>
          </p:cNvSpPr>
          <p:nvPr/>
        </p:nvSpPr>
        <p:spPr>
          <a:xfrm xmlns:a="http://schemas.openxmlformats.org/drawingml/2006/main">
            <a:off x="11353190"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Oval 57">
            <a:extLst xmlns:a="http://schemas.openxmlformats.org/drawingml/2006/main">
              <a:ext uri="{FF2B5EF4-FFF2-40B4-BE49-F238E27FC236}">
                <a16:creationId xmlns:a16="http://schemas.microsoft.com/office/drawing/2014/main" id="{F327E711-BAB6-46FF-84C9-81ECB6F584BB}"/>
              </a:ext>
            </a:extLst>
          </p:cNvPr>
          <p:cNvSpPr>
            <a:spLocks xmlns:a="http://schemas.openxmlformats.org/drawingml/2006/main" noGrp="1"/>
          </p:cNvSpPr>
          <p:nvPr/>
        </p:nvSpPr>
        <p:spPr>
          <a:xfrm xmlns:a="http://schemas.openxmlformats.org/drawingml/2006/main">
            <a:off x="11472062"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Oval 58">
            <a:extLst xmlns:a="http://schemas.openxmlformats.org/drawingml/2006/main">
              <a:ext uri="{FF2B5EF4-FFF2-40B4-BE49-F238E27FC236}">
                <a16:creationId xmlns:a16="http://schemas.microsoft.com/office/drawing/2014/main" id="{EDA75EFA-8DC1-4CD7-858C-AA6C4BC95230}"/>
              </a:ext>
            </a:extLst>
          </p:cNvPr>
          <p:cNvSpPr>
            <a:spLocks xmlns:a="http://schemas.openxmlformats.org/drawingml/2006/main" noGrp="1"/>
          </p:cNvSpPr>
          <p:nvPr/>
        </p:nvSpPr>
        <p:spPr>
          <a:xfrm xmlns:a="http://schemas.openxmlformats.org/drawingml/2006/main">
            <a:off x="11590934" y="5665622"/>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Oval 59">
            <a:extLst xmlns:a="http://schemas.openxmlformats.org/drawingml/2006/main">
              <a:ext uri="{FF2B5EF4-FFF2-40B4-BE49-F238E27FC236}">
                <a16:creationId xmlns:a16="http://schemas.microsoft.com/office/drawing/2014/main" id="{6FE81839-D1CF-4D18-904F-1B4F3E69B028}"/>
              </a:ext>
            </a:extLst>
          </p:cNvPr>
          <p:cNvSpPr>
            <a:spLocks xmlns:a="http://schemas.openxmlformats.org/drawingml/2006/main" noGrp="1"/>
          </p:cNvSpPr>
          <p:nvPr/>
        </p:nvSpPr>
        <p:spPr>
          <a:xfrm xmlns:a="http://schemas.openxmlformats.org/drawingml/2006/main">
            <a:off x="10639958"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Oval 60">
            <a:extLst xmlns:a="http://schemas.openxmlformats.org/drawingml/2006/main">
              <a:ext uri="{FF2B5EF4-FFF2-40B4-BE49-F238E27FC236}">
                <a16:creationId xmlns:a16="http://schemas.microsoft.com/office/drawing/2014/main" id="{23A5629B-61E9-47BF-AC89-3390E686A6F4}"/>
              </a:ext>
            </a:extLst>
          </p:cNvPr>
          <p:cNvSpPr>
            <a:spLocks xmlns:a="http://schemas.openxmlformats.org/drawingml/2006/main" noGrp="1"/>
          </p:cNvSpPr>
          <p:nvPr/>
        </p:nvSpPr>
        <p:spPr>
          <a:xfrm xmlns:a="http://schemas.openxmlformats.org/drawingml/2006/main">
            <a:off x="10758830"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2" name="Oval 61">
            <a:extLst xmlns:a="http://schemas.openxmlformats.org/drawingml/2006/main">
              <a:ext uri="{FF2B5EF4-FFF2-40B4-BE49-F238E27FC236}">
                <a16:creationId xmlns:a16="http://schemas.microsoft.com/office/drawing/2014/main" id="{EA4F0631-34C2-4C02-A68B-0A8E6C5B8227}"/>
              </a:ext>
            </a:extLst>
          </p:cNvPr>
          <p:cNvSpPr>
            <a:spLocks xmlns:a="http://schemas.openxmlformats.org/drawingml/2006/main" noGrp="1"/>
          </p:cNvSpPr>
          <p:nvPr/>
        </p:nvSpPr>
        <p:spPr>
          <a:xfrm xmlns:a="http://schemas.openxmlformats.org/drawingml/2006/main">
            <a:off x="10877702"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Oval 62">
            <a:extLst xmlns:a="http://schemas.openxmlformats.org/drawingml/2006/main">
              <a:ext uri="{FF2B5EF4-FFF2-40B4-BE49-F238E27FC236}">
                <a16:creationId xmlns:a16="http://schemas.microsoft.com/office/drawing/2014/main" id="{AF266603-8A3D-41D7-99EE-0050F901CC46}"/>
              </a:ext>
            </a:extLst>
          </p:cNvPr>
          <p:cNvSpPr>
            <a:spLocks xmlns:a="http://schemas.openxmlformats.org/drawingml/2006/main" noGrp="1"/>
          </p:cNvSpPr>
          <p:nvPr/>
        </p:nvSpPr>
        <p:spPr>
          <a:xfrm xmlns:a="http://schemas.openxmlformats.org/drawingml/2006/main">
            <a:off x="10996574"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Oval 63">
            <a:extLst xmlns:a="http://schemas.openxmlformats.org/drawingml/2006/main">
              <a:ext uri="{FF2B5EF4-FFF2-40B4-BE49-F238E27FC236}">
                <a16:creationId xmlns:a16="http://schemas.microsoft.com/office/drawing/2014/main" id="{7566E464-790B-42B6-A779-4BA0767C89D3}"/>
              </a:ext>
            </a:extLst>
          </p:cNvPr>
          <p:cNvSpPr>
            <a:spLocks xmlns:a="http://schemas.openxmlformats.org/drawingml/2006/main" noGrp="1"/>
          </p:cNvSpPr>
          <p:nvPr/>
        </p:nvSpPr>
        <p:spPr>
          <a:xfrm xmlns:a="http://schemas.openxmlformats.org/drawingml/2006/main">
            <a:off x="11115446"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Oval 64">
            <a:extLst xmlns:a="http://schemas.openxmlformats.org/drawingml/2006/main">
              <a:ext uri="{FF2B5EF4-FFF2-40B4-BE49-F238E27FC236}">
                <a16:creationId xmlns:a16="http://schemas.microsoft.com/office/drawing/2014/main" id="{CBD9BCC7-06ED-47F5-A6D4-F91971EBBF86}"/>
              </a:ext>
            </a:extLst>
          </p:cNvPr>
          <p:cNvSpPr>
            <a:spLocks xmlns:a="http://schemas.openxmlformats.org/drawingml/2006/main" noGrp="1"/>
          </p:cNvSpPr>
          <p:nvPr/>
        </p:nvSpPr>
        <p:spPr>
          <a:xfrm xmlns:a="http://schemas.openxmlformats.org/drawingml/2006/main">
            <a:off x="11234318"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Oval 65">
            <a:extLst xmlns:a="http://schemas.openxmlformats.org/drawingml/2006/main">
              <a:ext uri="{FF2B5EF4-FFF2-40B4-BE49-F238E27FC236}">
                <a16:creationId xmlns:a16="http://schemas.microsoft.com/office/drawing/2014/main" id="{EB14DFEC-9FB5-4907-BCC4-53F4E985D988}"/>
              </a:ext>
            </a:extLst>
          </p:cNvPr>
          <p:cNvSpPr>
            <a:spLocks xmlns:a="http://schemas.openxmlformats.org/drawingml/2006/main" noGrp="1"/>
          </p:cNvSpPr>
          <p:nvPr/>
        </p:nvSpPr>
        <p:spPr>
          <a:xfrm xmlns:a="http://schemas.openxmlformats.org/drawingml/2006/main">
            <a:off x="11353190"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Oval 66">
            <a:extLst xmlns:a="http://schemas.openxmlformats.org/drawingml/2006/main">
              <a:ext uri="{FF2B5EF4-FFF2-40B4-BE49-F238E27FC236}">
                <a16:creationId xmlns:a16="http://schemas.microsoft.com/office/drawing/2014/main" id="{34B560FB-E1C3-4077-B80B-81C886FF2A75}"/>
              </a:ext>
            </a:extLst>
          </p:cNvPr>
          <p:cNvSpPr>
            <a:spLocks xmlns:a="http://schemas.openxmlformats.org/drawingml/2006/main" noGrp="1"/>
          </p:cNvSpPr>
          <p:nvPr/>
        </p:nvSpPr>
        <p:spPr>
          <a:xfrm xmlns:a="http://schemas.openxmlformats.org/drawingml/2006/main">
            <a:off x="11472062"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Oval 67">
            <a:extLst xmlns:a="http://schemas.openxmlformats.org/drawingml/2006/main">
              <a:ext uri="{FF2B5EF4-FFF2-40B4-BE49-F238E27FC236}">
                <a16:creationId xmlns:a16="http://schemas.microsoft.com/office/drawing/2014/main" id="{FEFC9A8F-FA16-4BA0-812A-1954591A9C99}"/>
              </a:ext>
            </a:extLst>
          </p:cNvPr>
          <p:cNvSpPr>
            <a:spLocks xmlns:a="http://schemas.openxmlformats.org/drawingml/2006/main" noGrp="1"/>
          </p:cNvSpPr>
          <p:nvPr/>
        </p:nvSpPr>
        <p:spPr>
          <a:xfrm xmlns:a="http://schemas.openxmlformats.org/drawingml/2006/main">
            <a:off x="11590934" y="5784494"/>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Oval 68">
            <a:extLst xmlns:a="http://schemas.openxmlformats.org/drawingml/2006/main">
              <a:ext uri="{FF2B5EF4-FFF2-40B4-BE49-F238E27FC236}">
                <a16:creationId xmlns:a16="http://schemas.microsoft.com/office/drawing/2014/main" id="{2899A81D-80C6-47E9-85B0-8159691BEC18}"/>
              </a:ext>
            </a:extLst>
          </p:cNvPr>
          <p:cNvSpPr>
            <a:spLocks xmlns:a="http://schemas.openxmlformats.org/drawingml/2006/main" noGrp="1"/>
          </p:cNvSpPr>
          <p:nvPr/>
        </p:nvSpPr>
        <p:spPr>
          <a:xfrm xmlns:a="http://schemas.openxmlformats.org/drawingml/2006/main">
            <a:off x="10639958"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0" name="Oval 69">
            <a:extLst xmlns:a="http://schemas.openxmlformats.org/drawingml/2006/main">
              <a:ext uri="{FF2B5EF4-FFF2-40B4-BE49-F238E27FC236}">
                <a16:creationId xmlns:a16="http://schemas.microsoft.com/office/drawing/2014/main" id="{406D32F9-EECD-4474-A5F9-1595D73246B0}"/>
              </a:ext>
            </a:extLst>
          </p:cNvPr>
          <p:cNvSpPr>
            <a:spLocks xmlns:a="http://schemas.openxmlformats.org/drawingml/2006/main" noGrp="1"/>
          </p:cNvSpPr>
          <p:nvPr/>
        </p:nvSpPr>
        <p:spPr>
          <a:xfrm xmlns:a="http://schemas.openxmlformats.org/drawingml/2006/main">
            <a:off x="10758830"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Oval 70">
            <a:extLst xmlns:a="http://schemas.openxmlformats.org/drawingml/2006/main">
              <a:ext uri="{FF2B5EF4-FFF2-40B4-BE49-F238E27FC236}">
                <a16:creationId xmlns:a16="http://schemas.microsoft.com/office/drawing/2014/main" id="{05328AB3-4833-48AC-9109-157B8334D818}"/>
              </a:ext>
            </a:extLst>
          </p:cNvPr>
          <p:cNvSpPr>
            <a:spLocks xmlns:a="http://schemas.openxmlformats.org/drawingml/2006/main" noGrp="1"/>
          </p:cNvSpPr>
          <p:nvPr/>
        </p:nvSpPr>
        <p:spPr>
          <a:xfrm xmlns:a="http://schemas.openxmlformats.org/drawingml/2006/main">
            <a:off x="10877702"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Oval 71">
            <a:extLst xmlns:a="http://schemas.openxmlformats.org/drawingml/2006/main">
              <a:ext uri="{FF2B5EF4-FFF2-40B4-BE49-F238E27FC236}">
                <a16:creationId xmlns:a16="http://schemas.microsoft.com/office/drawing/2014/main" id="{4EBD0E6E-CCB5-4510-8109-51CBA64BEFEC}"/>
              </a:ext>
            </a:extLst>
          </p:cNvPr>
          <p:cNvSpPr>
            <a:spLocks xmlns:a="http://schemas.openxmlformats.org/drawingml/2006/main" noGrp="1"/>
          </p:cNvSpPr>
          <p:nvPr/>
        </p:nvSpPr>
        <p:spPr>
          <a:xfrm xmlns:a="http://schemas.openxmlformats.org/drawingml/2006/main">
            <a:off x="10996574"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Oval 72">
            <a:extLst xmlns:a="http://schemas.openxmlformats.org/drawingml/2006/main">
              <a:ext uri="{FF2B5EF4-FFF2-40B4-BE49-F238E27FC236}">
                <a16:creationId xmlns:a16="http://schemas.microsoft.com/office/drawing/2014/main" id="{EFAB01BA-077C-4C78-9FD4-347F839EC8AA}"/>
              </a:ext>
            </a:extLst>
          </p:cNvPr>
          <p:cNvSpPr>
            <a:spLocks xmlns:a="http://schemas.openxmlformats.org/drawingml/2006/main" noGrp="1"/>
          </p:cNvSpPr>
          <p:nvPr/>
        </p:nvSpPr>
        <p:spPr>
          <a:xfrm xmlns:a="http://schemas.openxmlformats.org/drawingml/2006/main">
            <a:off x="11115446"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4" name="Oval 73">
            <a:extLst xmlns:a="http://schemas.openxmlformats.org/drawingml/2006/main">
              <a:ext uri="{FF2B5EF4-FFF2-40B4-BE49-F238E27FC236}">
                <a16:creationId xmlns:a16="http://schemas.microsoft.com/office/drawing/2014/main" id="{7E69F098-B23D-4C03-BB9F-08BE8FE7B0B7}"/>
              </a:ext>
            </a:extLst>
          </p:cNvPr>
          <p:cNvSpPr>
            <a:spLocks xmlns:a="http://schemas.openxmlformats.org/drawingml/2006/main" noGrp="1"/>
          </p:cNvSpPr>
          <p:nvPr/>
        </p:nvSpPr>
        <p:spPr>
          <a:xfrm xmlns:a="http://schemas.openxmlformats.org/drawingml/2006/main">
            <a:off x="11234318"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Oval 74">
            <a:extLst xmlns:a="http://schemas.openxmlformats.org/drawingml/2006/main">
              <a:ext uri="{FF2B5EF4-FFF2-40B4-BE49-F238E27FC236}">
                <a16:creationId xmlns:a16="http://schemas.microsoft.com/office/drawing/2014/main" id="{35C7CD7A-5FC2-4D8B-975D-96B2E75B1797}"/>
              </a:ext>
            </a:extLst>
          </p:cNvPr>
          <p:cNvSpPr>
            <a:spLocks xmlns:a="http://schemas.openxmlformats.org/drawingml/2006/main" noGrp="1"/>
          </p:cNvSpPr>
          <p:nvPr/>
        </p:nvSpPr>
        <p:spPr>
          <a:xfrm xmlns:a="http://schemas.openxmlformats.org/drawingml/2006/main">
            <a:off x="11353190"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Oval 75">
            <a:extLst xmlns:a="http://schemas.openxmlformats.org/drawingml/2006/main">
              <a:ext uri="{FF2B5EF4-FFF2-40B4-BE49-F238E27FC236}">
                <a16:creationId xmlns:a16="http://schemas.microsoft.com/office/drawing/2014/main" id="{0EBB1A5C-7417-4C30-9495-5866ED9B08B9}"/>
              </a:ext>
            </a:extLst>
          </p:cNvPr>
          <p:cNvSpPr>
            <a:spLocks xmlns:a="http://schemas.openxmlformats.org/drawingml/2006/main" noGrp="1"/>
          </p:cNvSpPr>
          <p:nvPr/>
        </p:nvSpPr>
        <p:spPr>
          <a:xfrm xmlns:a="http://schemas.openxmlformats.org/drawingml/2006/main">
            <a:off x="11472062"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Oval 76">
            <a:extLst xmlns:a="http://schemas.openxmlformats.org/drawingml/2006/main">
              <a:ext uri="{FF2B5EF4-FFF2-40B4-BE49-F238E27FC236}">
                <a16:creationId xmlns:a16="http://schemas.microsoft.com/office/drawing/2014/main" id="{9F343975-ED4C-4066-86F8-EEEEC1C068DC}"/>
              </a:ext>
            </a:extLst>
          </p:cNvPr>
          <p:cNvSpPr>
            <a:spLocks xmlns:a="http://schemas.openxmlformats.org/drawingml/2006/main" noGrp="1"/>
          </p:cNvSpPr>
          <p:nvPr/>
        </p:nvSpPr>
        <p:spPr>
          <a:xfrm xmlns:a="http://schemas.openxmlformats.org/drawingml/2006/main">
            <a:off x="11590934" y="5903366"/>
            <a:ext cx="25603" cy="25603"/>
          </a:xfrm>
          <a:prstGeom xmlns:a="http://schemas.openxmlformats.org/drawingml/2006/main" prst="ellipse">
            <a:avLst/>
          </a:prstGeom>
          <a:solidFill xmlns:a="http://schemas.openxmlformats.org/drawingml/2006/main">
            <a:srgbClr val="DEF2FF"/>
          </a:solidFill>
          <a:ln xmlns:a="http://schemas.openxmlformats.org/drawingml/2006/main" w="2540">
            <a:solidFill>
              <a:srgbClr val="DEF2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55" name="Picture 77"/>
          <p:cNvPicPr>
            <a:picLocks xmlns:a="http://schemas.openxmlformats.org/drawingml/2006/main" noChangeAspect="1"/>
          </p:cNvPicPr>
          <p:nvPr/>
        </p:nvPicPr>
        <p:blipFill>
          <a:blip xmlns:r="http://schemas.openxmlformats.org/officeDocument/2006/relationships" xmlns:a="http://schemas.openxmlformats.org/drawingml/2006/main" r:embed="R705dd315d7f54895"/>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55073867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34265119-F50D-4B81-82BC-7E55EC96EF11}"/>
              </a:ext>
            </a:extLst>
          </p:cNvPr>
          <p:cNvSpPr>
            <a:spLocks xmlns:a="http://schemas.openxmlformats.org/drawingml/2006/main" noGrp="1"/>
          </p:cNvSpPr>
          <p:nvPr/>
        </p:nvSpPr>
        <p:spPr>
          <a:xfrm xmlns:a="http://schemas.openxmlformats.org/drawingml/2006/main">
            <a:off x="384048" y="475488"/>
            <a:ext cx="237744" cy="237744"/>
          </a:xfrm>
          <a:prstGeom xmlns:a="http://schemas.openxmlformats.org/drawingml/2006/main" prst="ellipse">
            <a:avLst/>
          </a:prstGeom>
          <a:solidFill xmlns:a="http://schemas.openxmlformats.org/drawingml/2006/main">
            <a:srgbClr val="FFFFFF"/>
          </a:solidFill>
          <a:ln xmlns:a="http://schemas.openxmlformats.org/drawingml/2006/main" w="1524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Oval 2">
            <a:extLst xmlns:a="http://schemas.openxmlformats.org/drawingml/2006/main">
              <a:ext uri="{FF2B5EF4-FFF2-40B4-BE49-F238E27FC236}">
                <a16:creationId xmlns:a16="http://schemas.microsoft.com/office/drawing/2014/main" id="{E89D94B6-3DEE-4191-8836-3A762E69FC97}"/>
              </a:ext>
            </a:extLst>
          </p:cNvPr>
          <p:cNvSpPr>
            <a:spLocks xmlns:a="http://schemas.openxmlformats.org/drawingml/2006/main" noGrp="1"/>
          </p:cNvSpPr>
          <p:nvPr/>
        </p:nvSpPr>
        <p:spPr>
          <a:xfrm xmlns:a="http://schemas.openxmlformats.org/drawingml/2006/main">
            <a:off x="448056" y="539496"/>
            <a:ext cx="109728" cy="109728"/>
          </a:xfrm>
          <a:prstGeom xmlns:a="http://schemas.openxmlformats.org/drawingml/2006/main" prst="ellipse">
            <a:avLst/>
          </a:prstGeom>
          <a:solidFill xmlns:a="http://schemas.openxmlformats.org/drawingml/2006/main">
            <a:srgbClr val="69BEF2"/>
          </a:solidFill>
          <a:ln xmlns:a="http://schemas.openxmlformats.org/drawingml/2006/main" w="2540">
            <a:solidFill>
              <a:srgbClr val="69BEF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Connector 3">
            <a:extLst xmlns:a="http://schemas.openxmlformats.org/drawingml/2006/main">
              <a:ext uri="{FF2B5EF4-FFF2-40B4-BE49-F238E27FC236}">
                <a16:creationId xmlns:a16="http://schemas.microsoft.com/office/drawing/2014/main" id="{3CDB7481-D6A5-4553-8E85-5974BBBEF53B}"/>
              </a:ext>
            </a:extLst>
          </p:cNvPr>
          <p:cNvSpPr>
            <a:spLocks xmlns:a="http://schemas.openxmlformats.org/drawingml/2006/main" noGrp="1"/>
          </p:cNvSpPr>
          <p:nvPr/>
        </p:nvSpPr>
        <p:spPr>
          <a:xfrm xmlns:a="http://schemas.openxmlformats.org/drawingml/2006/main">
            <a:off x="621792" y="594360"/>
            <a:ext cx="704088" cy="155448"/>
          </a:xfrm>
          <a:prstGeom xmlns:a="http://schemas.openxmlformats.org/drawingml/2006/main" prst="line">
            <a:avLst/>
          </a:prstGeom>
          <a:ln xmlns:a="http://schemas.openxmlformats.org/drawingml/2006/main" w="12700">
            <a:solidFill>
              <a:srgbClr val="87B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Oval 4">
            <a:extLst xmlns:a="http://schemas.openxmlformats.org/drawingml/2006/main">
              <a:ext uri="{FF2B5EF4-FFF2-40B4-BE49-F238E27FC236}">
                <a16:creationId xmlns:a16="http://schemas.microsoft.com/office/drawing/2014/main" id="{1A325A22-6AFA-4480-94D0-1BC1310E5419}"/>
              </a:ext>
            </a:extLst>
          </p:cNvPr>
          <p:cNvSpPr>
            <a:spLocks xmlns:a="http://schemas.openxmlformats.org/drawingml/2006/main" noGrp="1"/>
          </p:cNvSpPr>
          <p:nvPr/>
        </p:nvSpPr>
        <p:spPr>
          <a:xfrm xmlns:a="http://schemas.openxmlformats.org/drawingml/2006/main">
            <a:off x="11484864" y="512064"/>
            <a:ext cx="164592" cy="164592"/>
          </a:xfrm>
          <a:prstGeom xmlns:a="http://schemas.openxmlformats.org/drawingml/2006/main" prst="ellipse">
            <a:avLst/>
          </a:prstGeom>
          <a:solidFill xmlns:a="http://schemas.openxmlformats.org/drawingml/2006/main">
            <a:srgbClr val="E1F3FF"/>
          </a:solidFill>
          <a:ln xmlns:a="http://schemas.openxmlformats.org/drawingml/2006/main" w="10160">
            <a:solidFill>
              <a:srgbClr val="0A30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Connector 5">
            <a:extLst xmlns:a="http://schemas.openxmlformats.org/drawingml/2006/main">
              <a:ext uri="{FF2B5EF4-FFF2-40B4-BE49-F238E27FC236}">
                <a16:creationId xmlns:a16="http://schemas.microsoft.com/office/drawing/2014/main" id="{FFEEEA85-04B8-4B17-832D-E144073FBEAE}"/>
              </a:ext>
            </a:extLst>
          </p:cNvPr>
          <p:cNvSpPr>
            <a:spLocks xmlns:a="http://schemas.openxmlformats.org/drawingml/2006/main" noGrp="1"/>
          </p:cNvSpPr>
          <p:nvPr/>
        </p:nvSpPr>
        <p:spPr>
          <a:xfrm xmlns:a="http://schemas.openxmlformats.org/drawingml/2006/main">
            <a:off x="11567160" y="676656"/>
            <a:ext cx="0" cy="557784"/>
          </a:xfrm>
          <a:prstGeom xmlns:a="http://schemas.openxmlformats.org/drawingml/2006/main" prst="line">
            <a:avLst/>
          </a:prstGeom>
          <a:ln xmlns:a="http://schemas.openxmlformats.org/drawingml/2006/main" w="12700">
            <a:solidFill>
              <a:srgbClr val="82A5C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Oval 6">
            <a:extLst xmlns:a="http://schemas.openxmlformats.org/drawingml/2006/main">
              <a:ext uri="{FF2B5EF4-FFF2-40B4-BE49-F238E27FC236}">
                <a16:creationId xmlns:a16="http://schemas.microsoft.com/office/drawing/2014/main" id="{4E5439EA-D2F8-410C-81CE-B77DB22FF784}"/>
              </a:ext>
            </a:extLst>
          </p:cNvPr>
          <p:cNvSpPr>
            <a:spLocks xmlns:a="http://schemas.openxmlformats.org/drawingml/2006/main" noGrp="1"/>
          </p:cNvSpPr>
          <p:nvPr/>
        </p:nvSpPr>
        <p:spPr>
          <a:xfrm xmlns:a="http://schemas.openxmlformats.org/drawingml/2006/main">
            <a:off x="11338560" y="1143000"/>
            <a:ext cx="457200" cy="457200"/>
          </a:xfrm>
          <a:prstGeom xmlns:a="http://schemas.openxmlformats.org/drawingml/2006/main" prst="ellipse">
            <a:avLst/>
          </a:prstGeom>
          <a:solidFill xmlns:a="http://schemas.openxmlformats.org/drawingml/2006/main">
            <a:srgbClr val="FFFFFF"/>
          </a:solidFill>
          <a:ln xmlns:a="http://schemas.openxmlformats.org/drawingml/2006/main" w="12700">
            <a:solidFill>
              <a:srgbClr val="0A30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Oval 7">
            <a:extLst xmlns:a="http://schemas.openxmlformats.org/drawingml/2006/main">
              <a:ext uri="{FF2B5EF4-FFF2-40B4-BE49-F238E27FC236}">
                <a16:creationId xmlns:a16="http://schemas.microsoft.com/office/drawing/2014/main" id="{BF6A8D86-B32E-472A-AB6F-A33C78381A15}"/>
              </a:ext>
            </a:extLst>
          </p:cNvPr>
          <p:cNvSpPr>
            <a:spLocks xmlns:a="http://schemas.openxmlformats.org/drawingml/2006/main" noGrp="1"/>
          </p:cNvSpPr>
          <p:nvPr/>
        </p:nvSpPr>
        <p:spPr>
          <a:xfrm xmlns:a="http://schemas.openxmlformats.org/drawingml/2006/main">
            <a:off x="11439144" y="1243584"/>
            <a:ext cx="256032" cy="256032"/>
          </a:xfrm>
          <a:prstGeom xmlns:a="http://schemas.openxmlformats.org/drawingml/2006/main" prst="ellipse">
            <a:avLst/>
          </a:prstGeom>
          <a:solidFill xmlns:a="http://schemas.openxmlformats.org/drawingml/2006/main">
            <a:srgbClr val="69BEF2"/>
          </a:solidFill>
          <a:ln xmlns:a="http://schemas.openxmlformats.org/drawingml/2006/main" w="889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C10BF41-7165-4FFD-934B-A7102C55B79B}"/>
              </a:ext>
            </a:extLst>
          </p:cNvPr>
          <p:cNvSpPr>
            <a:spLocks xmlns:a="http://schemas.openxmlformats.org/drawingml/2006/main" noGrp="1"/>
          </p:cNvSpPr>
          <p:nvPr/>
        </p:nvSpPr>
        <p:spPr>
          <a:xfrm xmlns:a="http://schemas.openxmlformats.org/drawingml/2006/main">
            <a:off x="777240" y="960120"/>
            <a:ext cx="914400" cy="4114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3000" b="1">
                <a:solidFill>
                  <a:srgbClr val="2184DC"/>
                </a:solidFill>
                <a:latin typeface="Arial"/>
                <a:ea typeface="Arial"/>
                <a:cs typeface="Arial"/>
              </a:rPr>
              <a:t>01</a:t>
            </a:r>
          </a:p>
        </p:txBody>
      </p:sp>
      <p:sp>
        <p:nvSpPr>
          <p:cNvPr id="10" name="Rectangle 9">
            <a:extLst xmlns:a="http://schemas.openxmlformats.org/drawingml/2006/main">
              <a:ext uri="{FF2B5EF4-FFF2-40B4-BE49-F238E27FC236}">
                <a16:creationId xmlns:a16="http://schemas.microsoft.com/office/drawing/2014/main" id="{3790A93E-8A7C-4D33-99D6-A8B4DDFFC826}"/>
              </a:ext>
            </a:extLst>
          </p:cNvPr>
          <p:cNvSpPr>
            <a:spLocks xmlns:a="http://schemas.openxmlformats.org/drawingml/2006/main" noGrp="1"/>
          </p:cNvSpPr>
          <p:nvPr/>
        </p:nvSpPr>
        <p:spPr>
          <a:xfrm xmlns:a="http://schemas.openxmlformats.org/drawingml/2006/main">
            <a:off x="795528" y="1435608"/>
            <a:ext cx="594360" cy="45720"/>
          </a:xfrm>
          <a:prstGeom xmlns:a="http://schemas.openxmlformats.org/drawingml/2006/main" prst="rect">
            <a:avLst/>
          </a:prstGeom>
          <a:solidFill xmlns:a="http://schemas.openxmlformats.org/drawingml/2006/main">
            <a:srgbClr val="2184D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829D138E-06B5-44C7-BCE8-B9F8D3E71574}"/>
              </a:ext>
            </a:extLst>
          </p:cNvPr>
          <p:cNvSpPr>
            <a:spLocks xmlns:a="http://schemas.openxmlformats.org/drawingml/2006/main" noGrp="1"/>
          </p:cNvSpPr>
          <p:nvPr/>
        </p:nvSpPr>
        <p:spPr>
          <a:xfrm xmlns:a="http://schemas.openxmlformats.org/drawingml/2006/main">
            <a:off x="1965960" y="841248"/>
            <a:ext cx="868680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2700" b="1">
                <a:solidFill>
                  <a:srgbClr val="0A3069"/>
                </a:solidFill>
                <a:latin typeface="Arial"/>
                <a:ea typeface="Arial"/>
                <a:cs typeface="Arial"/>
              </a:rPr>
              <a:t>Mục đích, đối tượng &amp; tầm quan trọng</a:t>
            </a:r>
          </a:p>
        </p:txBody>
      </p:sp>
      <p:sp>
        <p:nvSpPr>
          <p:cNvPr id="12" name="TextBox 11">
            <a:extLst xmlns:a="http://schemas.openxmlformats.org/drawingml/2006/main">
              <a:ext uri="{FF2B5EF4-FFF2-40B4-BE49-F238E27FC236}">
                <a16:creationId xmlns:a16="http://schemas.microsoft.com/office/drawing/2014/main" id="{3229FAEF-4DEF-48A0-B63E-152140EDED63}"/>
              </a:ext>
            </a:extLst>
          </p:cNvPr>
          <p:cNvSpPr>
            <a:spLocks xmlns:a="http://schemas.openxmlformats.org/drawingml/2006/main" noGrp="1"/>
          </p:cNvSpPr>
          <p:nvPr/>
        </p:nvSpPr>
        <p:spPr>
          <a:xfrm xmlns:a="http://schemas.openxmlformats.org/drawingml/2006/main">
            <a:off x="1993392" y="1444752"/>
            <a:ext cx="7955279" cy="32918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0">
                <a:solidFill>
                  <a:srgbClr val="5D6977"/>
                </a:solidFill>
                <a:latin typeface="Arial"/>
                <a:ea typeface="Arial"/>
                <a:cs typeface="Arial"/>
              </a:rPr>
              <a:t>Định hướng dự án website bán laptop &amp; phụ kiện</a:t>
            </a:r>
          </a:p>
        </p:txBody>
      </p:sp>
      <p:sp>
        <p:nvSpPr>
          <p:cNvPr id="13" name="Rounded Rectangle 12">
            <a:extLst xmlns:a="http://schemas.openxmlformats.org/drawingml/2006/main">
              <a:ext uri="{FF2B5EF4-FFF2-40B4-BE49-F238E27FC236}">
                <a16:creationId xmlns:a16="http://schemas.microsoft.com/office/drawing/2014/main" id="{AF2E6084-7C7E-442C-94B9-CF1BF7E07093}"/>
              </a:ext>
            </a:extLst>
          </p:cNvPr>
          <p:cNvSpPr>
            <a:spLocks xmlns:a="http://schemas.openxmlformats.org/drawingml/2006/main" noGrp="1"/>
          </p:cNvSpPr>
          <p:nvPr/>
        </p:nvSpPr>
        <p:spPr>
          <a:xfrm xmlns:a="http://schemas.openxmlformats.org/drawingml/2006/main">
            <a:off x="1965960" y="2148840"/>
            <a:ext cx="8229600" cy="1024128"/>
          </a:xfrm>
          <a:prstGeom xmlns:a="http://schemas.openxmlformats.org/drawingml/2006/main" prst="roundRect">
            <a:avLst/>
          </a:prstGeom>
          <a:solidFill xmlns:a="http://schemas.openxmlformats.org/drawingml/2006/main">
            <a:srgbClr val="F7FB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ounded Rectangle 13">
            <a:extLst xmlns:a="http://schemas.openxmlformats.org/drawingml/2006/main">
              <a:ext uri="{FF2B5EF4-FFF2-40B4-BE49-F238E27FC236}">
                <a16:creationId xmlns:a16="http://schemas.microsoft.com/office/drawing/2014/main" id="{9D7D2C47-19D6-44FE-882A-5D5D65892717}"/>
              </a:ext>
            </a:extLst>
          </p:cNvPr>
          <p:cNvSpPr>
            <a:spLocks xmlns:a="http://schemas.openxmlformats.org/drawingml/2006/main" noGrp="1"/>
          </p:cNvSpPr>
          <p:nvPr/>
        </p:nvSpPr>
        <p:spPr>
          <a:xfrm xmlns:a="http://schemas.openxmlformats.org/drawingml/2006/main">
            <a:off x="1965960" y="2148840"/>
            <a:ext cx="109728" cy="1024128"/>
          </a:xfrm>
          <a:prstGeom xmlns:a="http://schemas.openxmlformats.org/drawingml/2006/main" prst="roundRect">
            <a:avLst/>
          </a:prstGeom>
          <a:solidFill xmlns:a="http://schemas.openxmlformats.org/drawingml/2006/main">
            <a:srgbClr val="2184D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0329187B-0304-4227-88D1-C5F4CC474CF9}"/>
              </a:ext>
            </a:extLst>
          </p:cNvPr>
          <p:cNvSpPr>
            <a:spLocks xmlns:a="http://schemas.openxmlformats.org/drawingml/2006/main" noGrp="1"/>
          </p:cNvSpPr>
          <p:nvPr/>
        </p:nvSpPr>
        <p:spPr>
          <a:xfrm xmlns:a="http://schemas.openxmlformats.org/drawingml/2006/main">
            <a:off x="2258568" y="2432304"/>
            <a:ext cx="457200" cy="457200"/>
          </a:xfrm>
          <a:prstGeom xmlns:a="http://schemas.openxmlformats.org/drawingml/2006/main" prst="ellipse">
            <a:avLst/>
          </a:prstGeom>
          <a:solidFill xmlns:a="http://schemas.openxmlformats.org/drawingml/2006/main">
            <a:srgbClr val="E1F3FF"/>
          </a:solidFill>
          <a:ln xmlns:a="http://schemas.openxmlformats.org/drawingml/2006/main" w="1270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FD4F2E4A-1A92-43E2-B462-8F54CB6591C3}"/>
              </a:ext>
            </a:extLst>
          </p:cNvPr>
          <p:cNvSpPr>
            <a:spLocks xmlns:a="http://schemas.openxmlformats.org/drawingml/2006/main" noGrp="1"/>
          </p:cNvSpPr>
          <p:nvPr/>
        </p:nvSpPr>
        <p:spPr>
          <a:xfrm xmlns:a="http://schemas.openxmlformats.org/drawingml/2006/main">
            <a:off x="2304288" y="2505456"/>
            <a:ext cx="365760"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2184DC"/>
                </a:solidFill>
                <a:latin typeface="Arial"/>
                <a:ea typeface="Arial"/>
                <a:cs typeface="Arial"/>
              </a:rPr>
              <a:t>01</a:t>
            </a:r>
          </a:p>
        </p:txBody>
      </p:sp>
      <p:sp>
        <p:nvSpPr>
          <p:cNvPr id="17" name="TextBox 16">
            <a:extLst xmlns:a="http://schemas.openxmlformats.org/drawingml/2006/main">
              <a:ext uri="{FF2B5EF4-FFF2-40B4-BE49-F238E27FC236}">
                <a16:creationId xmlns:a16="http://schemas.microsoft.com/office/drawing/2014/main" id="{7DA75219-A411-4F90-B9A1-930D13CBDB2A}"/>
              </a:ext>
            </a:extLst>
          </p:cNvPr>
          <p:cNvSpPr>
            <a:spLocks xmlns:a="http://schemas.openxmlformats.org/drawingml/2006/main" noGrp="1"/>
          </p:cNvSpPr>
          <p:nvPr/>
        </p:nvSpPr>
        <p:spPr>
          <a:xfrm xmlns:a="http://schemas.openxmlformats.org/drawingml/2006/main">
            <a:off x="2907792" y="2304288"/>
            <a:ext cx="2514600"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100" b="1">
                <a:solidFill>
                  <a:srgbClr val="2184DC"/>
                </a:solidFill>
                <a:latin typeface="Arial"/>
                <a:ea typeface="Arial"/>
                <a:cs typeface="Arial"/>
              </a:rPr>
              <a:t>MỤC ĐÍCH</a:t>
            </a:r>
          </a:p>
        </p:txBody>
      </p:sp>
      <p:sp>
        <p:nvSpPr>
          <p:cNvPr id="18" name="TextBox 17">
            <a:extLst xmlns:a="http://schemas.openxmlformats.org/drawingml/2006/main">
              <a:ext uri="{FF2B5EF4-FFF2-40B4-BE49-F238E27FC236}">
                <a16:creationId xmlns:a16="http://schemas.microsoft.com/office/drawing/2014/main" id="{06F1A25F-0257-427D-87A4-823E2E97CA05}"/>
              </a:ext>
            </a:extLst>
          </p:cNvPr>
          <p:cNvSpPr>
            <a:spLocks xmlns:a="http://schemas.openxmlformats.org/drawingml/2006/main" noGrp="1"/>
          </p:cNvSpPr>
          <p:nvPr/>
        </p:nvSpPr>
        <p:spPr>
          <a:xfrm xmlns:a="http://schemas.openxmlformats.org/drawingml/2006/main">
            <a:off x="2907792" y="2569464"/>
            <a:ext cx="69037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0">
                <a:solidFill>
                  <a:srgbClr val="0A3069"/>
                </a:solidFill>
                <a:latin typeface="Arial"/>
                <a:ea typeface="Arial"/>
                <a:cs typeface="Arial"/>
              </a:rPr>
              <a:t>Xây dựng website thương mại điện tử chuyên biệt về laptop và phụ kiện công nghệ, cung cấp trải nghiệm mua sắm trực tuyến hiện đại, tiện lợi và an toàn.</a:t>
            </a:r>
          </a:p>
        </p:txBody>
      </p:sp>
      <p:sp>
        <p:nvSpPr>
          <p:cNvPr id="19" name="Rounded Rectangle 18">
            <a:extLst xmlns:a="http://schemas.openxmlformats.org/drawingml/2006/main">
              <a:ext uri="{FF2B5EF4-FFF2-40B4-BE49-F238E27FC236}">
                <a16:creationId xmlns:a16="http://schemas.microsoft.com/office/drawing/2014/main" id="{B12553C3-E7D0-4068-A010-B9637C09DFE9}"/>
              </a:ext>
            </a:extLst>
          </p:cNvPr>
          <p:cNvSpPr>
            <a:spLocks xmlns:a="http://schemas.openxmlformats.org/drawingml/2006/main" noGrp="1"/>
          </p:cNvSpPr>
          <p:nvPr/>
        </p:nvSpPr>
        <p:spPr>
          <a:xfrm xmlns:a="http://schemas.openxmlformats.org/drawingml/2006/main">
            <a:off x="1965960" y="3429000"/>
            <a:ext cx="8229600" cy="1024128"/>
          </a:xfrm>
          <a:prstGeom xmlns:a="http://schemas.openxmlformats.org/drawingml/2006/main" prst="roundRect">
            <a:avLst/>
          </a:prstGeom>
          <a:solidFill xmlns:a="http://schemas.openxmlformats.org/drawingml/2006/main">
            <a:srgbClr val="F7FB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ounded Rectangle 19">
            <a:extLst xmlns:a="http://schemas.openxmlformats.org/drawingml/2006/main">
              <a:ext uri="{FF2B5EF4-FFF2-40B4-BE49-F238E27FC236}">
                <a16:creationId xmlns:a16="http://schemas.microsoft.com/office/drawing/2014/main" id="{B1EBD778-A651-4FD2-9A68-2AE590D2FC1D}"/>
              </a:ext>
            </a:extLst>
          </p:cNvPr>
          <p:cNvSpPr>
            <a:spLocks xmlns:a="http://schemas.openxmlformats.org/drawingml/2006/main" noGrp="1"/>
          </p:cNvSpPr>
          <p:nvPr/>
        </p:nvSpPr>
        <p:spPr>
          <a:xfrm xmlns:a="http://schemas.openxmlformats.org/drawingml/2006/main">
            <a:off x="1965960" y="3429000"/>
            <a:ext cx="109728" cy="1024128"/>
          </a:xfrm>
          <a:prstGeom xmlns:a="http://schemas.openxmlformats.org/drawingml/2006/main" prst="roundRect">
            <a:avLst/>
          </a:prstGeom>
          <a:solidFill xmlns:a="http://schemas.openxmlformats.org/drawingml/2006/main">
            <a:srgbClr val="2184D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3E1FA5A6-CB7D-4ED1-B95B-B5F278582186}"/>
              </a:ext>
            </a:extLst>
          </p:cNvPr>
          <p:cNvSpPr>
            <a:spLocks xmlns:a="http://schemas.openxmlformats.org/drawingml/2006/main" noGrp="1"/>
          </p:cNvSpPr>
          <p:nvPr/>
        </p:nvSpPr>
        <p:spPr>
          <a:xfrm xmlns:a="http://schemas.openxmlformats.org/drawingml/2006/main">
            <a:off x="2258568" y="3712464"/>
            <a:ext cx="457200" cy="457200"/>
          </a:xfrm>
          <a:prstGeom xmlns:a="http://schemas.openxmlformats.org/drawingml/2006/main" prst="ellipse">
            <a:avLst/>
          </a:prstGeom>
          <a:solidFill xmlns:a="http://schemas.openxmlformats.org/drawingml/2006/main">
            <a:srgbClr val="E1F3FF"/>
          </a:solidFill>
          <a:ln xmlns:a="http://schemas.openxmlformats.org/drawingml/2006/main" w="1270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E7EB4731-8A6C-4FF0-9A49-5736E3CC163C}"/>
              </a:ext>
            </a:extLst>
          </p:cNvPr>
          <p:cNvSpPr>
            <a:spLocks xmlns:a="http://schemas.openxmlformats.org/drawingml/2006/main" noGrp="1"/>
          </p:cNvSpPr>
          <p:nvPr/>
        </p:nvSpPr>
        <p:spPr>
          <a:xfrm xmlns:a="http://schemas.openxmlformats.org/drawingml/2006/main">
            <a:off x="2304288" y="3785615"/>
            <a:ext cx="365760"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2184DC"/>
                </a:solidFill>
                <a:latin typeface="Arial"/>
                <a:ea typeface="Arial"/>
                <a:cs typeface="Arial"/>
              </a:rPr>
              <a:t>02</a:t>
            </a:r>
          </a:p>
        </p:txBody>
      </p:sp>
      <p:sp>
        <p:nvSpPr>
          <p:cNvPr id="23" name="TextBox 22">
            <a:extLst xmlns:a="http://schemas.openxmlformats.org/drawingml/2006/main">
              <a:ext uri="{FF2B5EF4-FFF2-40B4-BE49-F238E27FC236}">
                <a16:creationId xmlns:a16="http://schemas.microsoft.com/office/drawing/2014/main" id="{1795915E-4C6E-423B-84FE-24F884ED51E6}"/>
              </a:ext>
            </a:extLst>
          </p:cNvPr>
          <p:cNvSpPr>
            <a:spLocks xmlns:a="http://schemas.openxmlformats.org/drawingml/2006/main" noGrp="1"/>
          </p:cNvSpPr>
          <p:nvPr/>
        </p:nvSpPr>
        <p:spPr>
          <a:xfrm xmlns:a="http://schemas.openxmlformats.org/drawingml/2006/main">
            <a:off x="2907792" y="3584448"/>
            <a:ext cx="2514600"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100" b="1">
                <a:solidFill>
                  <a:srgbClr val="2184DC"/>
                </a:solidFill>
                <a:latin typeface="Arial"/>
                <a:ea typeface="Arial"/>
                <a:cs typeface="Arial"/>
              </a:rPr>
              <a:t>ĐỐI TƯỢNG KHÁCH HÀNG</a:t>
            </a:r>
          </a:p>
        </p:txBody>
      </p:sp>
      <p:sp>
        <p:nvSpPr>
          <p:cNvPr id="24" name="TextBox 23">
            <a:extLst xmlns:a="http://schemas.openxmlformats.org/drawingml/2006/main">
              <a:ext uri="{FF2B5EF4-FFF2-40B4-BE49-F238E27FC236}">
                <a16:creationId xmlns:a16="http://schemas.microsoft.com/office/drawing/2014/main" id="{88AF4731-3506-476E-A5DD-CE6C7A44642B}"/>
              </a:ext>
            </a:extLst>
          </p:cNvPr>
          <p:cNvSpPr>
            <a:spLocks xmlns:a="http://schemas.openxmlformats.org/drawingml/2006/main" noGrp="1"/>
          </p:cNvSpPr>
          <p:nvPr/>
        </p:nvSpPr>
        <p:spPr>
          <a:xfrm xmlns:a="http://schemas.openxmlformats.org/drawingml/2006/main">
            <a:off x="2907792" y="3849624"/>
            <a:ext cx="69037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0">
                <a:solidFill>
                  <a:srgbClr val="0A3069"/>
                </a:solidFill>
                <a:latin typeface="Arial"/>
                <a:ea typeface="Arial"/>
                <a:cs typeface="Arial"/>
              </a:rPr>
              <a:t>Sinh viên, nhân viên văn phòng, người làm công nghệ và khách hàng có nhu cầu mua laptop, phụ kiện chính hãng với giá cạnh tranh và dịch vụ hậu mãi tốt.</a:t>
            </a:r>
          </a:p>
        </p:txBody>
      </p:sp>
      <p:sp>
        <p:nvSpPr>
          <p:cNvPr id="25" name="Rounded Rectangle 24">
            <a:extLst xmlns:a="http://schemas.openxmlformats.org/drawingml/2006/main">
              <a:ext uri="{FF2B5EF4-FFF2-40B4-BE49-F238E27FC236}">
                <a16:creationId xmlns:a16="http://schemas.microsoft.com/office/drawing/2014/main" id="{9F0EF156-6A7E-44E0-B535-B31E0D7E20C3}"/>
              </a:ext>
            </a:extLst>
          </p:cNvPr>
          <p:cNvSpPr>
            <a:spLocks xmlns:a="http://schemas.openxmlformats.org/drawingml/2006/main" noGrp="1"/>
          </p:cNvSpPr>
          <p:nvPr/>
        </p:nvSpPr>
        <p:spPr>
          <a:xfrm xmlns:a="http://schemas.openxmlformats.org/drawingml/2006/main">
            <a:off x="1965960" y="4709160"/>
            <a:ext cx="8229600" cy="1024128"/>
          </a:xfrm>
          <a:prstGeom xmlns:a="http://schemas.openxmlformats.org/drawingml/2006/main" prst="roundRect">
            <a:avLst/>
          </a:prstGeom>
          <a:solidFill xmlns:a="http://schemas.openxmlformats.org/drawingml/2006/main">
            <a:srgbClr val="F7FBFF"/>
          </a:solidFill>
          <a:ln xmlns:a="http://schemas.openxmlformats.org/drawingml/2006/main">
            <a:solidFill>
              <a:srgbClr val="DCE8F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ounded Rectangle 25">
            <a:extLst xmlns:a="http://schemas.openxmlformats.org/drawingml/2006/main">
              <a:ext uri="{FF2B5EF4-FFF2-40B4-BE49-F238E27FC236}">
                <a16:creationId xmlns:a16="http://schemas.microsoft.com/office/drawing/2014/main" id="{697FDC45-C0D2-4EEC-AE23-9803FFF38E16}"/>
              </a:ext>
            </a:extLst>
          </p:cNvPr>
          <p:cNvSpPr>
            <a:spLocks xmlns:a="http://schemas.openxmlformats.org/drawingml/2006/main" noGrp="1"/>
          </p:cNvSpPr>
          <p:nvPr/>
        </p:nvSpPr>
        <p:spPr>
          <a:xfrm xmlns:a="http://schemas.openxmlformats.org/drawingml/2006/main">
            <a:off x="1965960" y="4709160"/>
            <a:ext cx="109728" cy="1024128"/>
          </a:xfrm>
          <a:prstGeom xmlns:a="http://schemas.openxmlformats.org/drawingml/2006/main" prst="roundRect">
            <a:avLst/>
          </a:prstGeom>
          <a:solidFill xmlns:a="http://schemas.openxmlformats.org/drawingml/2006/main">
            <a:srgbClr val="2184D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FD73645A-41BC-4F78-9A72-22122A28EBA1}"/>
              </a:ext>
            </a:extLst>
          </p:cNvPr>
          <p:cNvSpPr>
            <a:spLocks xmlns:a="http://schemas.openxmlformats.org/drawingml/2006/main" noGrp="1"/>
          </p:cNvSpPr>
          <p:nvPr/>
        </p:nvSpPr>
        <p:spPr>
          <a:xfrm xmlns:a="http://schemas.openxmlformats.org/drawingml/2006/main">
            <a:off x="2258568" y="4992624"/>
            <a:ext cx="457200" cy="457200"/>
          </a:xfrm>
          <a:prstGeom xmlns:a="http://schemas.openxmlformats.org/drawingml/2006/main" prst="ellipse">
            <a:avLst/>
          </a:prstGeom>
          <a:solidFill xmlns:a="http://schemas.openxmlformats.org/drawingml/2006/main">
            <a:srgbClr val="E1F3FF"/>
          </a:solidFill>
          <a:ln xmlns:a="http://schemas.openxmlformats.org/drawingml/2006/main" w="12700">
            <a:solidFill>
              <a:srgbClr val="2184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2C4065B7-648E-4C68-ACA8-3F2C438CF85D}"/>
              </a:ext>
            </a:extLst>
          </p:cNvPr>
          <p:cNvSpPr>
            <a:spLocks xmlns:a="http://schemas.openxmlformats.org/drawingml/2006/main" noGrp="1"/>
          </p:cNvSpPr>
          <p:nvPr/>
        </p:nvSpPr>
        <p:spPr>
          <a:xfrm xmlns:a="http://schemas.openxmlformats.org/drawingml/2006/main">
            <a:off x="2304288" y="5065776"/>
            <a:ext cx="365760"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2184DC"/>
                </a:solidFill>
                <a:latin typeface="Arial"/>
                <a:ea typeface="Arial"/>
                <a:cs typeface="Arial"/>
              </a:rPr>
              <a:t>03</a:t>
            </a:r>
          </a:p>
        </p:txBody>
      </p:sp>
      <p:sp>
        <p:nvSpPr>
          <p:cNvPr id="29" name="TextBox 28">
            <a:extLst xmlns:a="http://schemas.openxmlformats.org/drawingml/2006/main">
              <a:ext uri="{FF2B5EF4-FFF2-40B4-BE49-F238E27FC236}">
                <a16:creationId xmlns:a16="http://schemas.microsoft.com/office/drawing/2014/main" id="{2448ADB4-0A2C-463C-8772-346ACC669915}"/>
              </a:ext>
            </a:extLst>
          </p:cNvPr>
          <p:cNvSpPr>
            <a:spLocks xmlns:a="http://schemas.openxmlformats.org/drawingml/2006/main" noGrp="1"/>
          </p:cNvSpPr>
          <p:nvPr/>
        </p:nvSpPr>
        <p:spPr>
          <a:xfrm xmlns:a="http://schemas.openxmlformats.org/drawingml/2006/main">
            <a:off x="2907792" y="4864608"/>
            <a:ext cx="2514600"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100" b="1">
                <a:solidFill>
                  <a:srgbClr val="2184DC"/>
                </a:solidFill>
                <a:latin typeface="Arial"/>
                <a:ea typeface="Arial"/>
                <a:cs typeface="Arial"/>
              </a:rPr>
              <a:t>TẦM QUAN TRỌNG</a:t>
            </a:r>
          </a:p>
        </p:txBody>
      </p:sp>
      <p:sp>
        <p:nvSpPr>
          <p:cNvPr id="30" name="TextBox 29">
            <a:extLst xmlns:a="http://schemas.openxmlformats.org/drawingml/2006/main">
              <a:ext uri="{FF2B5EF4-FFF2-40B4-BE49-F238E27FC236}">
                <a16:creationId xmlns:a16="http://schemas.microsoft.com/office/drawing/2014/main" id="{4F1CCE4F-1EB8-425B-B677-C71AA6E681EF}"/>
              </a:ext>
            </a:extLst>
          </p:cNvPr>
          <p:cNvSpPr>
            <a:spLocks xmlns:a="http://schemas.openxmlformats.org/drawingml/2006/main" noGrp="1"/>
          </p:cNvSpPr>
          <p:nvPr/>
        </p:nvSpPr>
        <p:spPr>
          <a:xfrm xmlns:a="http://schemas.openxmlformats.org/drawingml/2006/main">
            <a:off x="2907792" y="5129784"/>
            <a:ext cx="69037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0">
                <a:solidFill>
                  <a:srgbClr val="0A3069"/>
                </a:solidFill>
                <a:latin typeface="Arial"/>
                <a:ea typeface="Arial"/>
                <a:cs typeface="Arial"/>
              </a:rPr>
              <a:t>Đáp ứng xu hướng mua sắm công nghệ trực tuyến, góp phần số hóa hoạt động bán lẻ, tối ưu trải nghiệm người dùng và nâng cao năng lực cạnh tranh trên thị trường TMĐT.</a:t>
            </a:r>
          </a:p>
        </p:txBody>
      </p:sp>
      <p:sp>
        <p:nvSpPr>
          <p:cNvPr id="31" name="Connector 30">
            <a:extLst xmlns:a="http://schemas.openxmlformats.org/drawingml/2006/main">
              <a:ext uri="{FF2B5EF4-FFF2-40B4-BE49-F238E27FC236}">
                <a16:creationId xmlns:a16="http://schemas.microsoft.com/office/drawing/2014/main" id="{3286C26B-7988-4D45-B9A3-CF2C387D2D3A}"/>
              </a:ext>
            </a:extLst>
          </p:cNvPr>
          <p:cNvSpPr>
            <a:spLocks xmlns:a="http://schemas.openxmlformats.org/drawingml/2006/main" noGrp="1"/>
          </p:cNvSpPr>
          <p:nvPr/>
        </p:nvSpPr>
        <p:spPr>
          <a:xfrm xmlns:a="http://schemas.openxmlformats.org/drawingml/2006/main">
            <a:off x="1965960" y="6108192"/>
            <a:ext cx="8229600" cy="0"/>
          </a:xfrm>
          <a:prstGeom xmlns:a="http://schemas.openxmlformats.org/drawingml/2006/main" prst="line">
            <a:avLst/>
          </a:prstGeom>
          <a:ln xmlns:a="http://schemas.openxmlformats.org/drawingml/2006/main" w="12700">
            <a:solidFill>
              <a:srgbClr val="CDDEE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703B8FB5-4398-4FC6-BD59-96BDE1D10AC1}"/>
              </a:ext>
            </a:extLst>
          </p:cNvPr>
          <p:cNvSpPr>
            <a:spLocks xmlns:a="http://schemas.openxmlformats.org/drawingml/2006/main" noGrp="1"/>
          </p:cNvSpPr>
          <p:nvPr/>
        </p:nvSpPr>
        <p:spPr>
          <a:xfrm xmlns:a="http://schemas.openxmlformats.org/drawingml/2006/main">
            <a:off x="1965960" y="6217920"/>
            <a:ext cx="457200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00" b="1">
                <a:solidFill>
                  <a:srgbClr val="5D6977"/>
                </a:solidFill>
                <a:latin typeface="Arial"/>
                <a:ea typeface="Arial"/>
                <a:cs typeface="Arial"/>
              </a:rPr>
              <a:t>WEBSITE LAPTOP &amp; ACCESSORIES</a:t>
            </a:r>
          </a:p>
        </p:txBody>
      </p:sp>
      <p:pic>
        <p:nvPicPr>
          <p:cNvPr id="65" name="Picture 33"/>
          <p:cNvPicPr>
            <a:picLocks xmlns:a="http://schemas.openxmlformats.org/drawingml/2006/main" noChangeAspect="1"/>
          </p:cNvPicPr>
          <p:nvPr/>
        </p:nvPicPr>
        <p:blipFill>
          <a:blip xmlns:r="http://schemas.openxmlformats.org/officeDocument/2006/relationships" xmlns:a="http://schemas.openxmlformats.org/drawingml/2006/main" r:embed="R697dacef0f6f4195"/>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35949798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81B37433-EE8E-4E6E-A592-CECF89EF032D}"/>
              </a:ext>
            </a:extLst>
          </p:cNvPr>
          <p:cNvSpPr>
            <a:spLocks xmlns:a="http://schemas.openxmlformats.org/drawingml/2006/main" noGrp="1"/>
          </p:cNvSpPr>
          <p:nvPr/>
        </p:nvSpPr>
        <p:spPr>
          <a:xfrm xmlns:a="http://schemas.openxmlformats.org/drawingml/2006/main">
            <a:off x="9335966" y="245623"/>
            <a:ext cx="786384" cy="786384"/>
          </a:xfrm>
          <a:prstGeom xmlns:a="http://schemas.openxmlformats.org/drawingml/2006/main" prst="ellipse">
            <a:avLst/>
          </a:prstGeom>
          <a:solidFill xmlns:a="http://schemas.openxmlformats.org/drawingml/2006/main">
            <a:srgbClr val="E9F5FF"/>
          </a:solidFill>
          <a:ln xmlns:a="http://schemas.openxmlformats.org/drawingml/2006/main" w="8890">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6EE317A-2DBA-4C22-BC6D-CBA452A94E76}"/>
              </a:ext>
            </a:extLst>
          </p:cNvPr>
          <p:cNvSpPr>
            <a:spLocks xmlns:a="http://schemas.openxmlformats.org/drawingml/2006/main" noGrp="1"/>
          </p:cNvSpPr>
          <p:nvPr/>
        </p:nvSpPr>
        <p:spPr>
          <a:xfrm xmlns:a="http://schemas.openxmlformats.org/drawingml/2006/main">
            <a:off x="9414352" y="390132"/>
            <a:ext cx="600859" cy="507831"/>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135EE1"/>
                </a:solidFill>
                <a:latin typeface="Arial"/>
                <a:ea typeface="Arial"/>
                <a:cs typeface="Arial"/>
              </a:rPr>
              <a:t>02</a:t>
            </a:r>
          </a:p>
        </p:txBody>
      </p:sp>
      <p:sp>
        <p:nvSpPr>
          <p:cNvPr id="4" name="TextBox 3">
            <a:extLst xmlns:a="http://schemas.openxmlformats.org/drawingml/2006/main">
              <a:ext uri="{FF2B5EF4-FFF2-40B4-BE49-F238E27FC236}">
                <a16:creationId xmlns:a16="http://schemas.microsoft.com/office/drawing/2014/main" id="{8660921D-1222-4BF0-B8C3-8803CD5A4BD3}"/>
              </a:ext>
            </a:extLst>
          </p:cNvPr>
          <p:cNvSpPr>
            <a:spLocks xmlns:a="http://schemas.openxmlformats.org/drawingml/2006/main" noGrp="1"/>
          </p:cNvSpPr>
          <p:nvPr/>
        </p:nvSpPr>
        <p:spPr>
          <a:xfrm xmlns:a="http://schemas.openxmlformats.org/drawingml/2006/main">
            <a:off x="7800867" y="175059"/>
            <a:ext cx="182880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00" b="0">
                <a:solidFill>
                  <a:srgbClr val="135EE1"/>
                </a:solidFill>
                <a:latin typeface="Arial"/>
                <a:ea typeface="Arial"/>
                <a:cs typeface="Arial"/>
              </a:rPr>
              <a:t>WEBSITE PHONG VŨ</a:t>
            </a:r>
          </a:p>
        </p:txBody>
      </p:sp>
      <p:sp>
        <p:nvSpPr>
          <p:cNvPr id="5" name="TextBox 4">
            <a:extLst xmlns:a="http://schemas.openxmlformats.org/drawingml/2006/main">
              <a:ext uri="{FF2B5EF4-FFF2-40B4-BE49-F238E27FC236}">
                <a16:creationId xmlns:a16="http://schemas.microsoft.com/office/drawing/2014/main" id="{0EF1C924-F292-4BA4-AC63-0161EA1D71BD}"/>
              </a:ext>
            </a:extLst>
          </p:cNvPr>
          <p:cNvSpPr>
            <a:spLocks xmlns:a="http://schemas.openxmlformats.org/drawingml/2006/main" noGrp="1"/>
          </p:cNvSpPr>
          <p:nvPr/>
        </p:nvSpPr>
        <p:spPr>
          <a:xfrm xmlns:a="http://schemas.openxmlformats.org/drawingml/2006/main">
            <a:off x="4163395" y="420624"/>
            <a:ext cx="630936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2500" b="1">
                <a:solidFill>
                  <a:srgbClr val="04235B"/>
                </a:solidFill>
                <a:latin typeface="Arial"/>
                <a:ea typeface="Arial"/>
                <a:cs typeface="Arial"/>
              </a:rPr>
              <a:t>KHẢO SÁT WEBSITE PHONG VŨ</a:t>
            </a:r>
          </a:p>
        </p:txBody>
      </p:sp>
      <p:sp>
        <p:nvSpPr>
          <p:cNvPr id="6" name="TextBox 5">
            <a:extLst xmlns:a="http://schemas.openxmlformats.org/drawingml/2006/main">
              <a:ext uri="{FF2B5EF4-FFF2-40B4-BE49-F238E27FC236}">
                <a16:creationId xmlns:a16="http://schemas.microsoft.com/office/drawing/2014/main" id="{31E797BA-2A88-4B03-B2CC-F9CA5D946ECC}"/>
              </a:ext>
            </a:extLst>
          </p:cNvPr>
          <p:cNvSpPr>
            <a:spLocks xmlns:a="http://schemas.openxmlformats.org/drawingml/2006/main" noGrp="1"/>
          </p:cNvSpPr>
          <p:nvPr/>
        </p:nvSpPr>
        <p:spPr>
          <a:xfrm xmlns:a="http://schemas.openxmlformats.org/drawingml/2006/main">
            <a:off x="3990867" y="870003"/>
            <a:ext cx="6766560" cy="2468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00" b="0">
                <a:solidFill>
                  <a:srgbClr val="4D5E7D"/>
                </a:solidFill>
                <a:latin typeface="Arial"/>
                <a:ea typeface="Arial"/>
                <a:cs typeface="Arial"/>
              </a:rPr>
              <a:t>Cùng tìm hiểu giao diện, quy trình mua hàng và các chức năng chính trên website Phong Vũ</a:t>
            </a:r>
          </a:p>
        </p:txBody>
      </p:sp>
      <p:sp>
        <p:nvSpPr>
          <p:cNvPr id="13" name="Rounded Rectangle 12">
            <a:extLst xmlns:a="http://schemas.openxmlformats.org/drawingml/2006/main">
              <a:ext uri="{FF2B5EF4-FFF2-40B4-BE49-F238E27FC236}">
                <a16:creationId xmlns:a16="http://schemas.microsoft.com/office/drawing/2014/main" id="{7ADA238C-2D16-4EBC-9E57-8D49225DD92F}"/>
              </a:ext>
            </a:extLst>
          </p:cNvPr>
          <p:cNvSpPr>
            <a:spLocks xmlns:a="http://schemas.openxmlformats.org/drawingml/2006/main" noGrp="1"/>
          </p:cNvSpPr>
          <p:nvPr/>
        </p:nvSpPr>
        <p:spPr>
          <a:xfrm xmlns:a="http://schemas.openxmlformats.org/drawingml/2006/main">
            <a:off x="201168" y="1261872"/>
            <a:ext cx="2761488" cy="3767328"/>
          </a:xfrm>
          <a:prstGeom xmlns:a="http://schemas.openxmlformats.org/drawingml/2006/main" prst="roundRect">
            <a:avLst/>
          </a:prstGeom>
          <a:solidFill xmlns:a="http://schemas.openxmlformats.org/drawingml/2006/main">
            <a:srgbClr val="FFFFFF"/>
          </a:solidFill>
          <a:ln xmlns:a="http://schemas.openxmlformats.org/drawingml/2006/main" w="8255">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Oval 13">
            <a:extLst xmlns:a="http://schemas.openxmlformats.org/drawingml/2006/main">
              <a:ext uri="{FF2B5EF4-FFF2-40B4-BE49-F238E27FC236}">
                <a16:creationId xmlns:a16="http://schemas.microsoft.com/office/drawing/2014/main" id="{B286BA9B-4993-4B39-A92E-A85E6366F7A3}"/>
              </a:ext>
            </a:extLst>
          </p:cNvPr>
          <p:cNvSpPr>
            <a:spLocks xmlns:a="http://schemas.openxmlformats.org/drawingml/2006/main" noGrp="1"/>
          </p:cNvSpPr>
          <p:nvPr/>
        </p:nvSpPr>
        <p:spPr>
          <a:xfrm xmlns:a="http://schemas.openxmlformats.org/drawingml/2006/main">
            <a:off x="347471" y="1371600"/>
            <a:ext cx="365760" cy="365760"/>
          </a:xfrm>
          <a:prstGeom xmlns:a="http://schemas.openxmlformats.org/drawingml/2006/main" prst="ellipse">
            <a:avLst/>
          </a:prstGeom>
          <a:solidFill xmlns:a="http://schemas.openxmlformats.org/drawingml/2006/main">
            <a:srgbClr val="135EE1"/>
          </a:solidFill>
          <a:ln xmlns:a="http://schemas.openxmlformats.org/drawingml/2006/main" w="381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F7F89EA-6163-478A-82C2-B79F2A675B0B}"/>
              </a:ext>
            </a:extLst>
          </p:cNvPr>
          <p:cNvSpPr>
            <a:spLocks xmlns:a="http://schemas.openxmlformats.org/drawingml/2006/main" noGrp="1"/>
          </p:cNvSpPr>
          <p:nvPr/>
        </p:nvSpPr>
        <p:spPr>
          <a:xfrm xmlns:a="http://schemas.openxmlformats.org/drawingml/2006/main">
            <a:off x="361187" y="1419103"/>
            <a:ext cx="352044" cy="26161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01</a:t>
            </a:r>
          </a:p>
        </p:txBody>
      </p:sp>
      <p:sp>
        <p:nvSpPr>
          <p:cNvPr id="16" name="TextBox 15">
            <a:extLst xmlns:a="http://schemas.openxmlformats.org/drawingml/2006/main">
              <a:ext uri="{FF2B5EF4-FFF2-40B4-BE49-F238E27FC236}">
                <a16:creationId xmlns:a16="http://schemas.microsoft.com/office/drawing/2014/main" id="{E2FD7448-DF14-4F43-B621-F0B27238D902}"/>
              </a:ext>
            </a:extLst>
          </p:cNvPr>
          <p:cNvSpPr>
            <a:spLocks xmlns:a="http://schemas.openxmlformats.org/drawingml/2006/main" noGrp="1"/>
          </p:cNvSpPr>
          <p:nvPr/>
        </p:nvSpPr>
        <p:spPr>
          <a:xfrm xmlns:a="http://schemas.openxmlformats.org/drawingml/2006/main">
            <a:off x="822960" y="1426464"/>
            <a:ext cx="1975104"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04235B"/>
                </a:solidFill>
                <a:latin typeface="Arial"/>
                <a:ea typeface="Arial"/>
                <a:cs typeface="Arial"/>
              </a:rPr>
              <a:t>TRANG CHỦ WEBSITE</a:t>
            </a:r>
          </a:p>
        </p:txBody>
      </p:sp>
      <p:sp>
        <p:nvSpPr>
          <p:cNvPr id="26" name="TextBox 25">
            <a:extLst xmlns:a="http://schemas.openxmlformats.org/drawingml/2006/main">
              <a:ext uri="{FF2B5EF4-FFF2-40B4-BE49-F238E27FC236}">
                <a16:creationId xmlns:a16="http://schemas.microsoft.com/office/drawing/2014/main" id="{B3063568-6690-46D6-B32E-CAE3941E2496}"/>
              </a:ext>
            </a:extLst>
          </p:cNvPr>
          <p:cNvSpPr>
            <a:spLocks xmlns:a="http://schemas.openxmlformats.org/drawingml/2006/main" noGrp="1"/>
          </p:cNvSpPr>
          <p:nvPr/>
        </p:nvSpPr>
        <p:spPr>
          <a:xfrm xmlns:a="http://schemas.openxmlformats.org/drawingml/2006/main">
            <a:off x="557784" y="2340864"/>
            <a:ext cx="2048256"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LENOVO
SẮP DEAL</a:t>
            </a:r>
          </a:p>
        </p:txBody>
      </p:sp>
      <p:sp>
        <p:nvSpPr>
          <p:cNvPr id="50" name="Rectangle 49">
            <a:extLst xmlns:a="http://schemas.openxmlformats.org/drawingml/2006/main">
              <a:ext uri="{FF2B5EF4-FFF2-40B4-BE49-F238E27FC236}">
                <a16:creationId xmlns:a16="http://schemas.microsoft.com/office/drawing/2014/main" id="{8271D06A-3E02-4F2A-A8C7-22AE9BFC89DD}"/>
              </a:ext>
            </a:extLst>
          </p:cNvPr>
          <p:cNvSpPr>
            <a:spLocks xmlns:a="http://schemas.openxmlformats.org/drawingml/2006/main" noGrp="1"/>
          </p:cNvSpPr>
          <p:nvPr/>
        </p:nvSpPr>
        <p:spPr>
          <a:xfrm xmlns:a="http://schemas.openxmlformats.org/drawingml/2006/main">
            <a:off x="429402" y="4720498"/>
            <a:ext cx="92171" cy="10972"/>
          </a:xfrm>
          <a:prstGeom xmlns:a="http://schemas.openxmlformats.org/drawingml/2006/main" prst="rect">
            <a:avLst/>
          </a:prstGeom>
          <a:solidFill xmlns:a="http://schemas.openxmlformats.org/drawingml/2006/main">
            <a:srgbClr val="135E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Rounded Rectangle 51">
            <a:extLst xmlns:a="http://schemas.openxmlformats.org/drawingml/2006/main">
              <a:ext uri="{FF2B5EF4-FFF2-40B4-BE49-F238E27FC236}">
                <a16:creationId xmlns:a16="http://schemas.microsoft.com/office/drawing/2014/main" id="{23A1FD48-4F75-45F7-90C7-BFCD7A99BD09}"/>
              </a:ext>
            </a:extLst>
          </p:cNvPr>
          <p:cNvSpPr>
            <a:spLocks xmlns:a="http://schemas.openxmlformats.org/drawingml/2006/main" noGrp="1"/>
          </p:cNvSpPr>
          <p:nvPr/>
        </p:nvSpPr>
        <p:spPr>
          <a:xfrm xmlns:a="http://schemas.openxmlformats.org/drawingml/2006/main">
            <a:off x="3127248" y="1261872"/>
            <a:ext cx="2761488" cy="3767328"/>
          </a:xfrm>
          <a:prstGeom xmlns:a="http://schemas.openxmlformats.org/drawingml/2006/main" prst="roundRect">
            <a:avLst/>
          </a:prstGeom>
          <a:solidFill xmlns:a="http://schemas.openxmlformats.org/drawingml/2006/main">
            <a:srgbClr val="FFFFFF"/>
          </a:solidFill>
          <a:ln xmlns:a="http://schemas.openxmlformats.org/drawingml/2006/main" w="8255">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Oval 52">
            <a:extLst xmlns:a="http://schemas.openxmlformats.org/drawingml/2006/main">
              <a:ext uri="{FF2B5EF4-FFF2-40B4-BE49-F238E27FC236}">
                <a16:creationId xmlns:a16="http://schemas.microsoft.com/office/drawing/2014/main" id="{0435E334-1A5A-4155-9C26-C0A60B909607}"/>
              </a:ext>
            </a:extLst>
          </p:cNvPr>
          <p:cNvSpPr>
            <a:spLocks xmlns:a="http://schemas.openxmlformats.org/drawingml/2006/main" noGrp="1"/>
          </p:cNvSpPr>
          <p:nvPr/>
        </p:nvSpPr>
        <p:spPr>
          <a:xfrm xmlns:a="http://schemas.openxmlformats.org/drawingml/2006/main">
            <a:off x="3273551" y="1371600"/>
            <a:ext cx="365760" cy="365760"/>
          </a:xfrm>
          <a:prstGeom xmlns:a="http://schemas.openxmlformats.org/drawingml/2006/main" prst="ellipse">
            <a:avLst/>
          </a:prstGeom>
          <a:solidFill xmlns:a="http://schemas.openxmlformats.org/drawingml/2006/main">
            <a:srgbClr val="135EE1"/>
          </a:solidFill>
          <a:ln xmlns:a="http://schemas.openxmlformats.org/drawingml/2006/main" w="381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TextBox 53">
            <a:extLst xmlns:a="http://schemas.openxmlformats.org/drawingml/2006/main">
              <a:ext uri="{FF2B5EF4-FFF2-40B4-BE49-F238E27FC236}">
                <a16:creationId xmlns:a16="http://schemas.microsoft.com/office/drawing/2014/main" id="{1824C309-BF9F-4830-9E14-980D368CAD91}"/>
              </a:ext>
            </a:extLst>
          </p:cNvPr>
          <p:cNvSpPr>
            <a:spLocks xmlns:a="http://schemas.openxmlformats.org/drawingml/2006/main" noGrp="1"/>
          </p:cNvSpPr>
          <p:nvPr/>
        </p:nvSpPr>
        <p:spPr>
          <a:xfrm xmlns:a="http://schemas.openxmlformats.org/drawingml/2006/main">
            <a:off x="3226306" y="1419103"/>
            <a:ext cx="448055" cy="26161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02</a:t>
            </a:r>
          </a:p>
        </p:txBody>
      </p:sp>
      <p:sp>
        <p:nvSpPr>
          <p:cNvPr id="55" name="TextBox 54">
            <a:extLst xmlns:a="http://schemas.openxmlformats.org/drawingml/2006/main">
              <a:ext uri="{FF2B5EF4-FFF2-40B4-BE49-F238E27FC236}">
                <a16:creationId xmlns:a16="http://schemas.microsoft.com/office/drawing/2014/main" id="{B9FB67FF-BAD0-4230-A840-24F952CC4742}"/>
              </a:ext>
            </a:extLst>
          </p:cNvPr>
          <p:cNvSpPr>
            <a:spLocks xmlns:a="http://schemas.openxmlformats.org/drawingml/2006/main" noGrp="1"/>
          </p:cNvSpPr>
          <p:nvPr/>
        </p:nvSpPr>
        <p:spPr>
          <a:xfrm xmlns:a="http://schemas.openxmlformats.org/drawingml/2006/main">
            <a:off x="3749039" y="1426464"/>
            <a:ext cx="1975104"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04235B"/>
                </a:solidFill>
                <a:latin typeface="Arial"/>
                <a:ea typeface="Arial"/>
                <a:cs typeface="Arial"/>
              </a:rPr>
              <a:t>DANH MỤC SẢN PHẨM</a:t>
            </a:r>
          </a:p>
        </p:txBody>
      </p:sp>
      <p:sp>
        <p:nvSpPr>
          <p:cNvPr id="104" name="Rounded Rectangle 103">
            <a:extLst xmlns:a="http://schemas.openxmlformats.org/drawingml/2006/main">
              <a:ext uri="{FF2B5EF4-FFF2-40B4-BE49-F238E27FC236}">
                <a16:creationId xmlns:a16="http://schemas.microsoft.com/office/drawing/2014/main" id="{32BB3CE3-48EB-4DA1-86A4-D40256863A55}"/>
              </a:ext>
            </a:extLst>
          </p:cNvPr>
          <p:cNvSpPr>
            <a:spLocks xmlns:a="http://schemas.openxmlformats.org/drawingml/2006/main" noGrp="1"/>
          </p:cNvSpPr>
          <p:nvPr/>
        </p:nvSpPr>
        <p:spPr>
          <a:xfrm xmlns:a="http://schemas.openxmlformats.org/drawingml/2006/main">
            <a:off x="6053328" y="1261872"/>
            <a:ext cx="2761488" cy="3767328"/>
          </a:xfrm>
          <a:prstGeom xmlns:a="http://schemas.openxmlformats.org/drawingml/2006/main" prst="roundRect">
            <a:avLst/>
          </a:prstGeom>
          <a:solidFill xmlns:a="http://schemas.openxmlformats.org/drawingml/2006/main">
            <a:srgbClr val="FFFFFF"/>
          </a:solidFill>
          <a:ln xmlns:a="http://schemas.openxmlformats.org/drawingml/2006/main" w="8255">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Oval 104">
            <a:extLst xmlns:a="http://schemas.openxmlformats.org/drawingml/2006/main">
              <a:ext uri="{FF2B5EF4-FFF2-40B4-BE49-F238E27FC236}">
                <a16:creationId xmlns:a16="http://schemas.microsoft.com/office/drawing/2014/main" id="{5F46C83D-C159-4B92-8634-ACF7C4E232E8}"/>
              </a:ext>
            </a:extLst>
          </p:cNvPr>
          <p:cNvSpPr>
            <a:spLocks xmlns:a="http://schemas.openxmlformats.org/drawingml/2006/main" noGrp="1"/>
          </p:cNvSpPr>
          <p:nvPr/>
        </p:nvSpPr>
        <p:spPr>
          <a:xfrm xmlns:a="http://schemas.openxmlformats.org/drawingml/2006/main">
            <a:off x="6199632" y="1371600"/>
            <a:ext cx="365760" cy="365760"/>
          </a:xfrm>
          <a:prstGeom xmlns:a="http://schemas.openxmlformats.org/drawingml/2006/main" prst="ellipse">
            <a:avLst/>
          </a:prstGeom>
          <a:solidFill xmlns:a="http://schemas.openxmlformats.org/drawingml/2006/main">
            <a:srgbClr val="135EE1"/>
          </a:solidFill>
          <a:ln xmlns:a="http://schemas.openxmlformats.org/drawingml/2006/main" w="381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lIns="91440" tIns="45720" rIns="91440" bIns="45720" anchor="ctr"/>
          <a:lstStyle xmlns:a="http://schemas.openxmlformats.org/drawingml/2006/main"/>
          <a:p xmlns:a="http://schemas.openxmlformats.org/drawingml/2006/main">
            <a:pPr algn="ctr">
              <a:buNone/>
            </a:pPr>
            <a:endParaRPr/>
          </a:p>
        </p:txBody>
      </p:sp>
      <p:sp>
        <p:nvSpPr>
          <p:cNvPr id="106" name="TextBox 105">
            <a:extLst xmlns:a="http://schemas.openxmlformats.org/drawingml/2006/main">
              <a:ext uri="{FF2B5EF4-FFF2-40B4-BE49-F238E27FC236}">
                <a16:creationId xmlns:a16="http://schemas.microsoft.com/office/drawing/2014/main" id="{704A94D7-5FEB-4586-83D3-1B500128A8FB}"/>
              </a:ext>
            </a:extLst>
          </p:cNvPr>
          <p:cNvSpPr>
            <a:spLocks xmlns:a="http://schemas.openxmlformats.org/drawingml/2006/main" noGrp="1"/>
          </p:cNvSpPr>
          <p:nvPr/>
        </p:nvSpPr>
        <p:spPr>
          <a:xfrm xmlns:a="http://schemas.openxmlformats.org/drawingml/2006/main">
            <a:off x="6206188" y="1445199"/>
            <a:ext cx="383963" cy="26161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03</a:t>
            </a:r>
          </a:p>
        </p:txBody>
      </p:sp>
      <p:sp>
        <p:nvSpPr>
          <p:cNvPr id="107" name="TextBox 106">
            <a:extLst xmlns:a="http://schemas.openxmlformats.org/drawingml/2006/main">
              <a:ext uri="{FF2B5EF4-FFF2-40B4-BE49-F238E27FC236}">
                <a16:creationId xmlns:a16="http://schemas.microsoft.com/office/drawing/2014/main" id="{1F6F6E87-933E-4566-9D79-70663AF68AC9}"/>
              </a:ext>
            </a:extLst>
          </p:cNvPr>
          <p:cNvSpPr>
            <a:spLocks xmlns:a="http://schemas.openxmlformats.org/drawingml/2006/main" noGrp="1"/>
          </p:cNvSpPr>
          <p:nvPr/>
        </p:nvSpPr>
        <p:spPr>
          <a:xfrm xmlns:a="http://schemas.openxmlformats.org/drawingml/2006/main">
            <a:off x="6675120" y="1426464"/>
            <a:ext cx="1975104"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04235B"/>
                </a:solidFill>
                <a:latin typeface="Arial"/>
                <a:ea typeface="Arial"/>
                <a:cs typeface="Arial"/>
              </a:rPr>
              <a:t>CHI TIẾT SẢN PHẨM</a:t>
            </a:r>
          </a:p>
        </p:txBody>
      </p:sp>
      <p:sp>
        <p:nvSpPr>
          <p:cNvPr id="143" name="Rounded Rectangle 142">
            <a:extLst xmlns:a="http://schemas.openxmlformats.org/drawingml/2006/main">
              <a:ext uri="{FF2B5EF4-FFF2-40B4-BE49-F238E27FC236}">
                <a16:creationId xmlns:a16="http://schemas.microsoft.com/office/drawing/2014/main" id="{4D0A4469-EC7F-456E-8FD1-602033E1E159}"/>
              </a:ext>
            </a:extLst>
          </p:cNvPr>
          <p:cNvSpPr>
            <a:spLocks xmlns:a="http://schemas.openxmlformats.org/drawingml/2006/main" noGrp="1"/>
          </p:cNvSpPr>
          <p:nvPr/>
        </p:nvSpPr>
        <p:spPr>
          <a:xfrm xmlns:a="http://schemas.openxmlformats.org/drawingml/2006/main">
            <a:off x="8979408" y="1261872"/>
            <a:ext cx="2761488" cy="3767328"/>
          </a:xfrm>
          <a:prstGeom xmlns:a="http://schemas.openxmlformats.org/drawingml/2006/main" prst="roundRect">
            <a:avLst/>
          </a:prstGeom>
          <a:solidFill xmlns:a="http://schemas.openxmlformats.org/drawingml/2006/main">
            <a:srgbClr val="FFFFFF"/>
          </a:solidFill>
          <a:ln xmlns:a="http://schemas.openxmlformats.org/drawingml/2006/main" w="8255">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4" name="Oval 143">
            <a:extLst xmlns:a="http://schemas.openxmlformats.org/drawingml/2006/main">
              <a:ext uri="{FF2B5EF4-FFF2-40B4-BE49-F238E27FC236}">
                <a16:creationId xmlns:a16="http://schemas.microsoft.com/office/drawing/2014/main" id="{5E789363-1843-419B-B641-68DB014C1195}"/>
              </a:ext>
            </a:extLst>
          </p:cNvPr>
          <p:cNvSpPr>
            <a:spLocks xmlns:a="http://schemas.openxmlformats.org/drawingml/2006/main" noGrp="1"/>
          </p:cNvSpPr>
          <p:nvPr/>
        </p:nvSpPr>
        <p:spPr>
          <a:xfrm xmlns:a="http://schemas.openxmlformats.org/drawingml/2006/main">
            <a:off x="9125712" y="1371600"/>
            <a:ext cx="365760" cy="365760"/>
          </a:xfrm>
          <a:prstGeom xmlns:a="http://schemas.openxmlformats.org/drawingml/2006/main" prst="ellipse">
            <a:avLst/>
          </a:prstGeom>
          <a:solidFill xmlns:a="http://schemas.openxmlformats.org/drawingml/2006/main">
            <a:srgbClr val="135EE1"/>
          </a:solidFill>
          <a:ln xmlns:a="http://schemas.openxmlformats.org/drawingml/2006/main" w="381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5" name="TextBox 144">
            <a:extLst xmlns:a="http://schemas.openxmlformats.org/drawingml/2006/main">
              <a:ext uri="{FF2B5EF4-FFF2-40B4-BE49-F238E27FC236}">
                <a16:creationId xmlns:a16="http://schemas.microsoft.com/office/drawing/2014/main" id="{007B6D32-F4A7-4BF5-887F-55B856C62491}"/>
              </a:ext>
            </a:extLst>
          </p:cNvPr>
          <p:cNvSpPr>
            <a:spLocks xmlns:a="http://schemas.openxmlformats.org/drawingml/2006/main" noGrp="1"/>
          </p:cNvSpPr>
          <p:nvPr/>
        </p:nvSpPr>
        <p:spPr>
          <a:xfrm xmlns:a="http://schemas.openxmlformats.org/drawingml/2006/main">
            <a:off x="9132268" y="1425170"/>
            <a:ext cx="415278" cy="25991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04</a:t>
            </a:r>
          </a:p>
        </p:txBody>
      </p:sp>
      <p:sp>
        <p:nvSpPr>
          <p:cNvPr id="146" name="TextBox 145">
            <a:extLst xmlns:a="http://schemas.openxmlformats.org/drawingml/2006/main">
              <a:ext uri="{FF2B5EF4-FFF2-40B4-BE49-F238E27FC236}">
                <a16:creationId xmlns:a16="http://schemas.microsoft.com/office/drawing/2014/main" id="{D55BB533-69FA-42C1-A3E3-20067329795D}"/>
              </a:ext>
            </a:extLst>
          </p:cNvPr>
          <p:cNvSpPr>
            <a:spLocks xmlns:a="http://schemas.openxmlformats.org/drawingml/2006/main" noGrp="1"/>
          </p:cNvSpPr>
          <p:nvPr/>
        </p:nvSpPr>
        <p:spPr>
          <a:xfrm xmlns:a="http://schemas.openxmlformats.org/drawingml/2006/main">
            <a:off x="9601200" y="1426464"/>
            <a:ext cx="1975104"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04235B"/>
                </a:solidFill>
                <a:latin typeface="Arial"/>
                <a:ea typeface="Arial"/>
                <a:cs typeface="Arial"/>
              </a:rPr>
              <a:t>GIỎ HÀNG / THANH TOÁN</a:t>
            </a:r>
          </a:p>
        </p:txBody>
      </p:sp>
      <p:sp>
        <p:nvSpPr>
          <p:cNvPr id="163" name="TextBox 162">
            <a:extLst xmlns:a="http://schemas.openxmlformats.org/drawingml/2006/main">
              <a:ext uri="{FF2B5EF4-FFF2-40B4-BE49-F238E27FC236}">
                <a16:creationId xmlns:a16="http://schemas.microsoft.com/office/drawing/2014/main" id="{CE0400DC-50FC-45B6-80E7-DC51460F7261}"/>
              </a:ext>
            </a:extLst>
          </p:cNvPr>
          <p:cNvSpPr>
            <a:spLocks xmlns:a="http://schemas.openxmlformats.org/drawingml/2006/main" noGrp="1"/>
          </p:cNvSpPr>
          <p:nvPr/>
        </p:nvSpPr>
        <p:spPr>
          <a:xfrm xmlns:a="http://schemas.openxmlformats.org/drawingml/2006/main">
            <a:off x="9244584" y="4215384"/>
            <a:ext cx="2231136" cy="12801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540" b="1">
                <a:solidFill>
                  <a:srgbClr val="FFFFFF"/>
                </a:solidFill>
                <a:latin typeface="Arial"/>
                <a:ea typeface="Arial"/>
                <a:cs typeface="Arial"/>
              </a:rPr>
              <a:t>THANH TOÁN</a:t>
            </a:r>
          </a:p>
        </p:txBody>
      </p:sp>
      <p:sp>
        <p:nvSpPr>
          <p:cNvPr id="169" name="Rounded Rectangle 168">
            <a:extLst xmlns:a="http://schemas.openxmlformats.org/drawingml/2006/main">
              <a:ext uri="{FF2B5EF4-FFF2-40B4-BE49-F238E27FC236}">
                <a16:creationId xmlns:a16="http://schemas.microsoft.com/office/drawing/2014/main" id="{CB128FA1-AA7B-41C9-BC02-2F9D1424F9E6}"/>
              </a:ext>
            </a:extLst>
          </p:cNvPr>
          <p:cNvSpPr>
            <a:spLocks xmlns:a="http://schemas.openxmlformats.org/drawingml/2006/main" noGrp="1"/>
          </p:cNvSpPr>
          <p:nvPr/>
        </p:nvSpPr>
        <p:spPr>
          <a:xfrm xmlns:a="http://schemas.openxmlformats.org/drawingml/2006/main">
            <a:off x="210312" y="5230368"/>
            <a:ext cx="11475720" cy="1042415"/>
          </a:xfrm>
          <a:prstGeom xmlns:a="http://schemas.openxmlformats.org/drawingml/2006/main" prst="roundRect">
            <a:avLst/>
          </a:prstGeom>
          <a:solidFill xmlns:a="http://schemas.openxmlformats.org/drawingml/2006/main">
            <a:srgbClr val="FFFFFF"/>
          </a:solidFill>
          <a:ln xmlns:a="http://schemas.openxmlformats.org/drawingml/2006/main" w="8255">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0" name="Oval 169">
            <a:extLst xmlns:a="http://schemas.openxmlformats.org/drawingml/2006/main">
              <a:ext uri="{FF2B5EF4-FFF2-40B4-BE49-F238E27FC236}">
                <a16:creationId xmlns:a16="http://schemas.microsoft.com/office/drawing/2014/main" id="{FD8DD1F7-CD78-4352-B976-4958D254DF6B}"/>
              </a:ext>
            </a:extLst>
          </p:cNvPr>
          <p:cNvSpPr>
            <a:spLocks xmlns:a="http://schemas.openxmlformats.org/drawingml/2006/main" noGrp="1"/>
          </p:cNvSpPr>
          <p:nvPr/>
        </p:nvSpPr>
        <p:spPr>
          <a:xfrm xmlns:a="http://schemas.openxmlformats.org/drawingml/2006/main">
            <a:off x="438911" y="5440680"/>
            <a:ext cx="621792" cy="621792"/>
          </a:xfrm>
          <a:prstGeom xmlns:a="http://schemas.openxmlformats.org/drawingml/2006/main" prst="ellipse">
            <a:avLst/>
          </a:prstGeom>
          <a:solidFill xmlns:a="http://schemas.openxmlformats.org/drawingml/2006/main">
            <a:srgbClr val="135EE1"/>
          </a:solidFill>
          <a:ln xmlns:a="http://schemas.openxmlformats.org/drawingml/2006/main" w="254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1" name="Oval 170">
            <a:extLst xmlns:a="http://schemas.openxmlformats.org/drawingml/2006/main">
              <a:ext uri="{FF2B5EF4-FFF2-40B4-BE49-F238E27FC236}">
                <a16:creationId xmlns:a16="http://schemas.microsoft.com/office/drawing/2014/main" id="{CA218B08-F351-42FF-8E16-C1C4D9BA631D}"/>
              </a:ext>
            </a:extLst>
          </p:cNvPr>
          <p:cNvSpPr>
            <a:spLocks xmlns:a="http://schemas.openxmlformats.org/drawingml/2006/main" noGrp="1"/>
          </p:cNvSpPr>
          <p:nvPr/>
        </p:nvSpPr>
        <p:spPr>
          <a:xfrm xmlns:a="http://schemas.openxmlformats.org/drawingml/2006/main">
            <a:off x="578357" y="5582412"/>
            <a:ext cx="251460" cy="251460"/>
          </a:xfrm>
          <a:prstGeom xmlns:a="http://schemas.openxmlformats.org/drawingml/2006/main" prst="ellipse">
            <a:avLst/>
          </a:prstGeom>
          <a:solidFill xmlns:a="http://schemas.openxmlformats.org/drawingml/2006/main">
            <a:srgbClr val="FFFFFF"/>
          </a:solidFill>
          <a:ln xmlns:a="http://schemas.openxmlformats.org/drawingml/2006/main" w="1778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2" name="Connector 171">
            <a:extLst xmlns:a="http://schemas.openxmlformats.org/drawingml/2006/main">
              <a:ext uri="{FF2B5EF4-FFF2-40B4-BE49-F238E27FC236}">
                <a16:creationId xmlns:a16="http://schemas.microsoft.com/office/drawing/2014/main" id="{96872343-2EBC-4D39-92F0-39CAF4A9E069}"/>
              </a:ext>
            </a:extLst>
          </p:cNvPr>
          <p:cNvSpPr>
            <a:spLocks xmlns:a="http://schemas.openxmlformats.org/drawingml/2006/main" noGrp="1"/>
          </p:cNvSpPr>
          <p:nvPr/>
        </p:nvSpPr>
        <p:spPr>
          <a:xfrm xmlns:a="http://schemas.openxmlformats.org/drawingml/2006/main">
            <a:off x="834088" y="5778347"/>
            <a:ext cx="137159" cy="137160"/>
          </a:xfrm>
          <a:prstGeom xmlns:a="http://schemas.openxmlformats.org/drawingml/2006/main" prst="line">
            <a:avLst/>
          </a:prstGeom>
          <a:ln xmlns:a="http://schemas.openxmlformats.org/drawingml/2006/main" w="19050">
            <a:solidFill>
              <a:srgbClr val="135E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3" name="TextBox 172">
            <a:extLst xmlns:a="http://schemas.openxmlformats.org/drawingml/2006/main">
              <a:ext uri="{FF2B5EF4-FFF2-40B4-BE49-F238E27FC236}">
                <a16:creationId xmlns:a16="http://schemas.microsoft.com/office/drawing/2014/main" id="{076EB113-4BBD-4C29-A78C-6D201F65B9DF}"/>
              </a:ext>
            </a:extLst>
          </p:cNvPr>
          <p:cNvSpPr>
            <a:spLocks xmlns:a="http://schemas.openxmlformats.org/drawingml/2006/main" noGrp="1"/>
          </p:cNvSpPr>
          <p:nvPr/>
        </p:nvSpPr>
        <p:spPr>
          <a:xfrm xmlns:a="http://schemas.openxmlformats.org/drawingml/2006/main">
            <a:off x="1371600" y="5449824"/>
            <a:ext cx="1280160" cy="53035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150" b="1">
                <a:solidFill>
                  <a:srgbClr val="04235B"/>
                </a:solidFill>
                <a:latin typeface="Arial"/>
                <a:ea typeface="Arial"/>
                <a:cs typeface="Arial"/>
              </a:rPr>
              <a:t>ĐIỂM NỔI BẬT
TỪ KHẢO SÁT</a:t>
            </a:r>
          </a:p>
        </p:txBody>
      </p:sp>
      <p:sp>
        <p:nvSpPr>
          <p:cNvPr id="174" name="Connector 173">
            <a:extLst xmlns:a="http://schemas.openxmlformats.org/drawingml/2006/main">
              <a:ext uri="{FF2B5EF4-FFF2-40B4-BE49-F238E27FC236}">
                <a16:creationId xmlns:a16="http://schemas.microsoft.com/office/drawing/2014/main" id="{48269E1C-CA5D-4FAA-964B-2C138EFC712C}"/>
              </a:ext>
            </a:extLst>
          </p:cNvPr>
          <p:cNvSpPr>
            <a:spLocks xmlns:a="http://schemas.openxmlformats.org/drawingml/2006/main" noGrp="1"/>
          </p:cNvSpPr>
          <p:nvPr/>
        </p:nvSpPr>
        <p:spPr>
          <a:xfrm xmlns:a="http://schemas.openxmlformats.org/drawingml/2006/main">
            <a:off x="2788920" y="5394960"/>
            <a:ext cx="0" cy="713232"/>
          </a:xfrm>
          <a:prstGeom xmlns:a="http://schemas.openxmlformats.org/drawingml/2006/main" prst="line">
            <a:avLst/>
          </a:prstGeom>
          <a:ln xmlns:a="http://schemas.openxmlformats.org/drawingml/2006/main" w="10160">
            <a:solidFill>
              <a:srgbClr val="CFE2F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75" name="Oval 174">
            <a:extLst xmlns:a="http://schemas.openxmlformats.org/drawingml/2006/main">
              <a:ext uri="{FF2B5EF4-FFF2-40B4-BE49-F238E27FC236}">
                <a16:creationId xmlns:a16="http://schemas.microsoft.com/office/drawing/2014/main" id="{BF99655F-37C0-4DD1-AFC1-7DBA5E33E93B}"/>
              </a:ext>
            </a:extLst>
          </p:cNvPr>
          <p:cNvSpPr>
            <a:spLocks xmlns:a="http://schemas.openxmlformats.org/drawingml/2006/main" noGrp="1"/>
          </p:cNvSpPr>
          <p:nvPr/>
        </p:nvSpPr>
        <p:spPr>
          <a:xfrm xmlns:a="http://schemas.openxmlformats.org/drawingml/2006/main">
            <a:off x="2971800" y="5504688"/>
            <a:ext cx="365760" cy="365760"/>
          </a:xfrm>
          <a:prstGeom xmlns:a="http://schemas.openxmlformats.org/drawingml/2006/main" prst="ellipse">
            <a:avLst/>
          </a:prstGeom>
          <a:solidFill xmlns:a="http://schemas.openxmlformats.org/drawingml/2006/main">
            <a:srgbClr val="E9F5FF"/>
          </a:solidFill>
          <a:ln xmlns:a="http://schemas.openxmlformats.org/drawingml/2006/main" w="5080">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6" name="Rounded Rectangle 175">
            <a:extLst xmlns:a="http://schemas.openxmlformats.org/drawingml/2006/main">
              <a:ext uri="{FF2B5EF4-FFF2-40B4-BE49-F238E27FC236}">
                <a16:creationId xmlns:a16="http://schemas.microsoft.com/office/drawing/2014/main" id="{81B7AFBD-ECFD-4F96-BBFE-274F2CD577E5}"/>
              </a:ext>
            </a:extLst>
          </p:cNvPr>
          <p:cNvSpPr>
            <a:spLocks xmlns:a="http://schemas.openxmlformats.org/drawingml/2006/main" noGrp="1"/>
          </p:cNvSpPr>
          <p:nvPr/>
        </p:nvSpPr>
        <p:spPr>
          <a:xfrm xmlns:a="http://schemas.openxmlformats.org/drawingml/2006/main">
            <a:off x="3044952" y="5608563"/>
            <a:ext cx="219456" cy="129479"/>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7" name="Rectangle 176">
            <a:extLst xmlns:a="http://schemas.openxmlformats.org/drawingml/2006/main">
              <a:ext uri="{FF2B5EF4-FFF2-40B4-BE49-F238E27FC236}">
                <a16:creationId xmlns:a16="http://schemas.microsoft.com/office/drawing/2014/main" id="{A817AD5A-4802-487E-AACC-579784080384}"/>
              </a:ext>
            </a:extLst>
          </p:cNvPr>
          <p:cNvSpPr>
            <a:spLocks xmlns:a="http://schemas.openxmlformats.org/drawingml/2006/main" noGrp="1"/>
          </p:cNvSpPr>
          <p:nvPr/>
        </p:nvSpPr>
        <p:spPr>
          <a:xfrm xmlns:a="http://schemas.openxmlformats.org/drawingml/2006/main">
            <a:off x="3108594" y="5744626"/>
            <a:ext cx="92171" cy="10972"/>
          </a:xfrm>
          <a:prstGeom xmlns:a="http://schemas.openxmlformats.org/drawingml/2006/main" prst="rect">
            <a:avLst/>
          </a:prstGeom>
          <a:solidFill xmlns:a="http://schemas.openxmlformats.org/drawingml/2006/main">
            <a:srgbClr val="135E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8" name="TextBox 177">
            <a:extLst xmlns:a="http://schemas.openxmlformats.org/drawingml/2006/main">
              <a:ext uri="{FF2B5EF4-FFF2-40B4-BE49-F238E27FC236}">
                <a16:creationId xmlns:a16="http://schemas.microsoft.com/office/drawing/2014/main" id="{6893300B-1B98-4279-B4C0-DE11F478CDBE}"/>
              </a:ext>
            </a:extLst>
          </p:cNvPr>
          <p:cNvSpPr>
            <a:spLocks xmlns:a="http://schemas.openxmlformats.org/drawingml/2006/main" noGrp="1"/>
          </p:cNvSpPr>
          <p:nvPr/>
        </p:nvSpPr>
        <p:spPr>
          <a:xfrm xmlns:a="http://schemas.openxmlformats.org/drawingml/2006/main">
            <a:off x="3429000" y="5431536"/>
            <a:ext cx="150876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60" b="1">
                <a:solidFill>
                  <a:srgbClr val="04235B"/>
                </a:solidFill>
                <a:latin typeface="Arial"/>
                <a:ea typeface="Arial"/>
                <a:cs typeface="Arial"/>
              </a:rPr>
              <a:t>Giao diện hiện đại</a:t>
            </a:r>
          </a:p>
        </p:txBody>
      </p:sp>
      <p:sp>
        <p:nvSpPr>
          <p:cNvPr id="179" name="TextBox 178">
            <a:extLst xmlns:a="http://schemas.openxmlformats.org/drawingml/2006/main">
              <a:ext uri="{FF2B5EF4-FFF2-40B4-BE49-F238E27FC236}">
                <a16:creationId xmlns:a16="http://schemas.microsoft.com/office/drawing/2014/main" id="{4DECA040-5CED-476A-84CD-65065E7D2256}"/>
              </a:ext>
            </a:extLst>
          </p:cNvPr>
          <p:cNvSpPr>
            <a:spLocks xmlns:a="http://schemas.openxmlformats.org/drawingml/2006/main" noGrp="1"/>
          </p:cNvSpPr>
          <p:nvPr/>
        </p:nvSpPr>
        <p:spPr>
          <a:xfrm xmlns:a="http://schemas.openxmlformats.org/drawingml/2006/main">
            <a:off x="3429000" y="5669280"/>
            <a:ext cx="1508760" cy="38404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40" b="0">
                <a:solidFill>
                  <a:srgbClr val="4D5E7D"/>
                </a:solidFill>
                <a:latin typeface="Arial"/>
                <a:ea typeface="Arial"/>
                <a:cs typeface="Arial"/>
              </a:rPr>
              <a:t>Bố cục khoa học, dễ nhìn,
trải nghiệm người dùng thân thiện.</a:t>
            </a:r>
          </a:p>
        </p:txBody>
      </p:sp>
      <p:sp>
        <p:nvSpPr>
          <p:cNvPr id="180" name="Connector 179">
            <a:extLst xmlns:a="http://schemas.openxmlformats.org/drawingml/2006/main">
              <a:ext uri="{FF2B5EF4-FFF2-40B4-BE49-F238E27FC236}">
                <a16:creationId xmlns:a16="http://schemas.microsoft.com/office/drawing/2014/main" id="{1C5260E0-727C-4559-9B53-87E324D6D163}"/>
              </a:ext>
            </a:extLst>
          </p:cNvPr>
          <p:cNvSpPr>
            <a:spLocks xmlns:a="http://schemas.openxmlformats.org/drawingml/2006/main" noGrp="1"/>
          </p:cNvSpPr>
          <p:nvPr/>
        </p:nvSpPr>
        <p:spPr>
          <a:xfrm xmlns:a="http://schemas.openxmlformats.org/drawingml/2006/main">
            <a:off x="4983480" y="5413248"/>
            <a:ext cx="0" cy="685800"/>
          </a:xfrm>
          <a:prstGeom xmlns:a="http://schemas.openxmlformats.org/drawingml/2006/main" prst="line">
            <a:avLst/>
          </a:prstGeom>
          <a:ln xmlns:a="http://schemas.openxmlformats.org/drawingml/2006/main" w="8890">
            <a:solidFill>
              <a:srgbClr val="CFE2F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1" name="Oval 180">
            <a:extLst xmlns:a="http://schemas.openxmlformats.org/drawingml/2006/main">
              <a:ext uri="{FF2B5EF4-FFF2-40B4-BE49-F238E27FC236}">
                <a16:creationId xmlns:a16="http://schemas.microsoft.com/office/drawing/2014/main" id="{B0F6864F-A165-4683-A243-2BB4890F2CEA}"/>
              </a:ext>
            </a:extLst>
          </p:cNvPr>
          <p:cNvSpPr>
            <a:spLocks xmlns:a="http://schemas.openxmlformats.org/drawingml/2006/main" noGrp="1"/>
          </p:cNvSpPr>
          <p:nvPr/>
        </p:nvSpPr>
        <p:spPr>
          <a:xfrm xmlns:a="http://schemas.openxmlformats.org/drawingml/2006/main">
            <a:off x="5111496" y="5504688"/>
            <a:ext cx="365760" cy="365760"/>
          </a:xfrm>
          <a:prstGeom xmlns:a="http://schemas.openxmlformats.org/drawingml/2006/main" prst="ellipse">
            <a:avLst/>
          </a:prstGeom>
          <a:solidFill xmlns:a="http://schemas.openxmlformats.org/drawingml/2006/main">
            <a:srgbClr val="E9F5FF"/>
          </a:solidFill>
          <a:ln xmlns:a="http://schemas.openxmlformats.org/drawingml/2006/main" w="5080">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2" name="Rounded Rectangle 181">
            <a:extLst xmlns:a="http://schemas.openxmlformats.org/drawingml/2006/main">
              <a:ext uri="{FF2B5EF4-FFF2-40B4-BE49-F238E27FC236}">
                <a16:creationId xmlns:a16="http://schemas.microsoft.com/office/drawing/2014/main" id="{32AF9EE7-A95E-424F-B9DB-52710528192E}"/>
              </a:ext>
            </a:extLst>
          </p:cNvPr>
          <p:cNvSpPr>
            <a:spLocks xmlns:a="http://schemas.openxmlformats.org/drawingml/2006/main" noGrp="1"/>
          </p:cNvSpPr>
          <p:nvPr/>
        </p:nvSpPr>
        <p:spPr>
          <a:xfrm xmlns:a="http://schemas.openxmlformats.org/drawingml/2006/main">
            <a:off x="5184648" y="5627217"/>
            <a:ext cx="219456" cy="126187"/>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3" name="Rounded Rectangle 182">
            <a:extLst xmlns:a="http://schemas.openxmlformats.org/drawingml/2006/main">
              <a:ext uri="{FF2B5EF4-FFF2-40B4-BE49-F238E27FC236}">
                <a16:creationId xmlns:a16="http://schemas.microsoft.com/office/drawing/2014/main" id="{4F524B43-46D4-4FA6-AFC6-DAED96FAB1D5}"/>
              </a:ext>
            </a:extLst>
          </p:cNvPr>
          <p:cNvSpPr>
            <a:spLocks xmlns:a="http://schemas.openxmlformats.org/drawingml/2006/main" noGrp="1"/>
          </p:cNvSpPr>
          <p:nvPr/>
        </p:nvSpPr>
        <p:spPr>
          <a:xfrm xmlns:a="http://schemas.openxmlformats.org/drawingml/2006/main">
            <a:off x="5208788" y="5608563"/>
            <a:ext cx="82296" cy="30723"/>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4" name="TextBox 183">
            <a:extLst xmlns:a="http://schemas.openxmlformats.org/drawingml/2006/main">
              <a:ext uri="{FF2B5EF4-FFF2-40B4-BE49-F238E27FC236}">
                <a16:creationId xmlns:a16="http://schemas.microsoft.com/office/drawing/2014/main" id="{88FD0C74-1969-4A56-ABA8-BC6FFE62A652}"/>
              </a:ext>
            </a:extLst>
          </p:cNvPr>
          <p:cNvSpPr>
            <a:spLocks xmlns:a="http://schemas.openxmlformats.org/drawingml/2006/main" noGrp="1"/>
          </p:cNvSpPr>
          <p:nvPr/>
        </p:nvSpPr>
        <p:spPr>
          <a:xfrm xmlns:a="http://schemas.openxmlformats.org/drawingml/2006/main">
            <a:off x="5568696" y="5431536"/>
            <a:ext cx="150876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60" b="1">
                <a:solidFill>
                  <a:srgbClr val="04235B"/>
                </a:solidFill>
                <a:latin typeface="Arial"/>
                <a:ea typeface="Arial"/>
                <a:cs typeface="Arial"/>
              </a:rPr>
              <a:t>Sản phẩm chính hãng</a:t>
            </a:r>
          </a:p>
        </p:txBody>
      </p:sp>
      <p:sp>
        <p:nvSpPr>
          <p:cNvPr id="185" name="TextBox 184">
            <a:extLst xmlns:a="http://schemas.openxmlformats.org/drawingml/2006/main">
              <a:ext uri="{FF2B5EF4-FFF2-40B4-BE49-F238E27FC236}">
                <a16:creationId xmlns:a16="http://schemas.microsoft.com/office/drawing/2014/main" id="{053768BB-DBB3-4605-8DDC-B7F3650FCEC5}"/>
              </a:ext>
            </a:extLst>
          </p:cNvPr>
          <p:cNvSpPr>
            <a:spLocks xmlns:a="http://schemas.openxmlformats.org/drawingml/2006/main" noGrp="1"/>
          </p:cNvSpPr>
          <p:nvPr/>
        </p:nvSpPr>
        <p:spPr>
          <a:xfrm xmlns:a="http://schemas.openxmlformats.org/drawingml/2006/main">
            <a:off x="5568696" y="5669280"/>
            <a:ext cx="1508760" cy="38404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40" b="0">
                <a:solidFill>
                  <a:srgbClr val="4D5E7D"/>
                </a:solidFill>
                <a:latin typeface="Arial"/>
                <a:ea typeface="Arial"/>
                <a:cs typeface="Arial"/>
              </a:rPr>
              <a:t>Nhiều thương hiệu uy tín,
thông tin sản phẩm rõ ràng.</a:t>
            </a:r>
          </a:p>
        </p:txBody>
      </p:sp>
      <p:sp>
        <p:nvSpPr>
          <p:cNvPr id="186" name="Connector 185">
            <a:extLst xmlns:a="http://schemas.openxmlformats.org/drawingml/2006/main">
              <a:ext uri="{FF2B5EF4-FFF2-40B4-BE49-F238E27FC236}">
                <a16:creationId xmlns:a16="http://schemas.microsoft.com/office/drawing/2014/main" id="{2078386E-5953-46C9-ACF9-FFC02CFE9AF2}"/>
              </a:ext>
            </a:extLst>
          </p:cNvPr>
          <p:cNvSpPr>
            <a:spLocks xmlns:a="http://schemas.openxmlformats.org/drawingml/2006/main" noGrp="1"/>
          </p:cNvSpPr>
          <p:nvPr/>
        </p:nvSpPr>
        <p:spPr>
          <a:xfrm xmlns:a="http://schemas.openxmlformats.org/drawingml/2006/main">
            <a:off x="7123176" y="5413248"/>
            <a:ext cx="0" cy="685800"/>
          </a:xfrm>
          <a:prstGeom xmlns:a="http://schemas.openxmlformats.org/drawingml/2006/main" prst="line">
            <a:avLst/>
          </a:prstGeom>
          <a:ln xmlns:a="http://schemas.openxmlformats.org/drawingml/2006/main" w="8890">
            <a:solidFill>
              <a:srgbClr val="CFE2F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87" name="Oval 186">
            <a:extLst xmlns:a="http://schemas.openxmlformats.org/drawingml/2006/main">
              <a:ext uri="{FF2B5EF4-FFF2-40B4-BE49-F238E27FC236}">
                <a16:creationId xmlns:a16="http://schemas.microsoft.com/office/drawing/2014/main" id="{F00C2992-0FB4-4164-8967-FB6761303B0B}"/>
              </a:ext>
            </a:extLst>
          </p:cNvPr>
          <p:cNvSpPr>
            <a:spLocks xmlns:a="http://schemas.openxmlformats.org/drawingml/2006/main" noGrp="1"/>
          </p:cNvSpPr>
          <p:nvPr/>
        </p:nvSpPr>
        <p:spPr>
          <a:xfrm xmlns:a="http://schemas.openxmlformats.org/drawingml/2006/main">
            <a:off x="7251191" y="5504688"/>
            <a:ext cx="365760" cy="365760"/>
          </a:xfrm>
          <a:prstGeom xmlns:a="http://schemas.openxmlformats.org/drawingml/2006/main" prst="ellipse">
            <a:avLst/>
          </a:prstGeom>
          <a:solidFill xmlns:a="http://schemas.openxmlformats.org/drawingml/2006/main">
            <a:srgbClr val="E9F5FF"/>
          </a:solidFill>
          <a:ln xmlns:a="http://schemas.openxmlformats.org/drawingml/2006/main" w="5080">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8" name="Rounded Rectangle 187">
            <a:extLst xmlns:a="http://schemas.openxmlformats.org/drawingml/2006/main">
              <a:ext uri="{FF2B5EF4-FFF2-40B4-BE49-F238E27FC236}">
                <a16:creationId xmlns:a16="http://schemas.microsoft.com/office/drawing/2014/main" id="{71ED4860-7FB7-471B-9195-97F05E338F22}"/>
              </a:ext>
            </a:extLst>
          </p:cNvPr>
          <p:cNvSpPr>
            <a:spLocks xmlns:a="http://schemas.openxmlformats.org/drawingml/2006/main" noGrp="1"/>
          </p:cNvSpPr>
          <p:nvPr/>
        </p:nvSpPr>
        <p:spPr>
          <a:xfrm xmlns:a="http://schemas.openxmlformats.org/drawingml/2006/main">
            <a:off x="7362748" y="5660136"/>
            <a:ext cx="115214" cy="6035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9" name="Oval 188">
            <a:extLst xmlns:a="http://schemas.openxmlformats.org/drawingml/2006/main">
              <a:ext uri="{FF2B5EF4-FFF2-40B4-BE49-F238E27FC236}">
                <a16:creationId xmlns:a16="http://schemas.microsoft.com/office/drawing/2014/main" id="{BD6021A6-2759-4270-8604-7F4312F44912}"/>
              </a:ext>
            </a:extLst>
          </p:cNvPr>
          <p:cNvSpPr>
            <a:spLocks xmlns:a="http://schemas.openxmlformats.org/drawingml/2006/main" noGrp="1"/>
          </p:cNvSpPr>
          <p:nvPr/>
        </p:nvSpPr>
        <p:spPr>
          <a:xfrm xmlns:a="http://schemas.openxmlformats.org/drawingml/2006/main">
            <a:off x="7379207" y="5734751"/>
            <a:ext cx="26334" cy="26334"/>
          </a:xfrm>
          <a:prstGeom xmlns:a="http://schemas.openxmlformats.org/drawingml/2006/main" prst="ellipse">
            <a:avLst/>
          </a:prstGeom>
          <a:solidFill xmlns:a="http://schemas.openxmlformats.org/drawingml/2006/main">
            <a:srgbClr val="135EE1"/>
          </a:solidFill>
          <a:ln xmlns:a="http://schemas.openxmlformats.org/drawingml/2006/main" w="381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0" name="Oval 189">
            <a:extLst xmlns:a="http://schemas.openxmlformats.org/drawingml/2006/main">
              <a:ext uri="{FF2B5EF4-FFF2-40B4-BE49-F238E27FC236}">
                <a16:creationId xmlns:a16="http://schemas.microsoft.com/office/drawing/2014/main" id="{654E8983-2FC1-4025-B77C-60F6684D5A42}"/>
              </a:ext>
            </a:extLst>
          </p:cNvPr>
          <p:cNvSpPr>
            <a:spLocks xmlns:a="http://schemas.openxmlformats.org/drawingml/2006/main" noGrp="1"/>
          </p:cNvSpPr>
          <p:nvPr/>
        </p:nvSpPr>
        <p:spPr>
          <a:xfrm xmlns:a="http://schemas.openxmlformats.org/drawingml/2006/main">
            <a:off x="7448336" y="5734751"/>
            <a:ext cx="26334" cy="26334"/>
          </a:xfrm>
          <a:prstGeom xmlns:a="http://schemas.openxmlformats.org/drawingml/2006/main" prst="ellipse">
            <a:avLst/>
          </a:prstGeom>
          <a:solidFill xmlns:a="http://schemas.openxmlformats.org/drawingml/2006/main">
            <a:srgbClr val="135EE1"/>
          </a:solidFill>
          <a:ln xmlns:a="http://schemas.openxmlformats.org/drawingml/2006/main" w="381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1" name="TextBox 190">
            <a:extLst xmlns:a="http://schemas.openxmlformats.org/drawingml/2006/main">
              <a:ext uri="{FF2B5EF4-FFF2-40B4-BE49-F238E27FC236}">
                <a16:creationId xmlns:a16="http://schemas.microsoft.com/office/drawing/2014/main" id="{039E4F31-3AB5-4124-900F-1E90C3414BAF}"/>
              </a:ext>
            </a:extLst>
          </p:cNvPr>
          <p:cNvSpPr>
            <a:spLocks xmlns:a="http://schemas.openxmlformats.org/drawingml/2006/main" noGrp="1"/>
          </p:cNvSpPr>
          <p:nvPr/>
        </p:nvSpPr>
        <p:spPr>
          <a:xfrm xmlns:a="http://schemas.openxmlformats.org/drawingml/2006/main">
            <a:off x="7708392" y="5431536"/>
            <a:ext cx="150876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60" b="1">
                <a:solidFill>
                  <a:srgbClr val="04235B"/>
                </a:solidFill>
                <a:latin typeface="Arial"/>
                <a:ea typeface="Arial"/>
                <a:cs typeface="Arial"/>
              </a:rPr>
              <a:t>Hỗ trợ giao hàng nhanh</a:t>
            </a:r>
          </a:p>
        </p:txBody>
      </p:sp>
      <p:sp>
        <p:nvSpPr>
          <p:cNvPr id="192" name="TextBox 191">
            <a:extLst xmlns:a="http://schemas.openxmlformats.org/drawingml/2006/main">
              <a:ext uri="{FF2B5EF4-FFF2-40B4-BE49-F238E27FC236}">
                <a16:creationId xmlns:a16="http://schemas.microsoft.com/office/drawing/2014/main" id="{B002C142-0EC6-422D-A506-B167A46EA291}"/>
              </a:ext>
            </a:extLst>
          </p:cNvPr>
          <p:cNvSpPr>
            <a:spLocks xmlns:a="http://schemas.openxmlformats.org/drawingml/2006/main" noGrp="1"/>
          </p:cNvSpPr>
          <p:nvPr/>
        </p:nvSpPr>
        <p:spPr>
          <a:xfrm xmlns:a="http://schemas.openxmlformats.org/drawingml/2006/main">
            <a:off x="7708392" y="5669280"/>
            <a:ext cx="1508760" cy="38404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40" b="0">
                <a:solidFill>
                  <a:srgbClr val="4D5E7D"/>
                </a:solidFill>
                <a:latin typeface="Arial"/>
                <a:ea typeface="Arial"/>
                <a:cs typeface="Arial"/>
              </a:rPr>
              <a:t>Khu vực toàn quốc,
chính sách linh hoạt.</a:t>
            </a:r>
          </a:p>
        </p:txBody>
      </p:sp>
      <p:sp>
        <p:nvSpPr>
          <p:cNvPr id="193" name="Connector 192">
            <a:extLst xmlns:a="http://schemas.openxmlformats.org/drawingml/2006/main">
              <a:ext uri="{FF2B5EF4-FFF2-40B4-BE49-F238E27FC236}">
                <a16:creationId xmlns:a16="http://schemas.microsoft.com/office/drawing/2014/main" id="{3E3F345D-896E-4AED-ADFA-27370E3D8391}"/>
              </a:ext>
            </a:extLst>
          </p:cNvPr>
          <p:cNvSpPr>
            <a:spLocks xmlns:a="http://schemas.openxmlformats.org/drawingml/2006/main" noGrp="1"/>
          </p:cNvSpPr>
          <p:nvPr/>
        </p:nvSpPr>
        <p:spPr>
          <a:xfrm xmlns:a="http://schemas.openxmlformats.org/drawingml/2006/main">
            <a:off x="9262872" y="5413248"/>
            <a:ext cx="0" cy="685800"/>
          </a:xfrm>
          <a:prstGeom xmlns:a="http://schemas.openxmlformats.org/drawingml/2006/main" prst="line">
            <a:avLst/>
          </a:prstGeom>
          <a:ln xmlns:a="http://schemas.openxmlformats.org/drawingml/2006/main" w="8890">
            <a:solidFill>
              <a:srgbClr val="CFE2F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4" name="Oval 193">
            <a:extLst xmlns:a="http://schemas.openxmlformats.org/drawingml/2006/main">
              <a:ext uri="{FF2B5EF4-FFF2-40B4-BE49-F238E27FC236}">
                <a16:creationId xmlns:a16="http://schemas.microsoft.com/office/drawing/2014/main" id="{773D0471-9DDA-40FF-A0DE-F498EF163B51}"/>
              </a:ext>
            </a:extLst>
          </p:cNvPr>
          <p:cNvSpPr>
            <a:spLocks xmlns:a="http://schemas.openxmlformats.org/drawingml/2006/main" noGrp="1"/>
          </p:cNvSpPr>
          <p:nvPr/>
        </p:nvSpPr>
        <p:spPr>
          <a:xfrm xmlns:a="http://schemas.openxmlformats.org/drawingml/2006/main">
            <a:off x="9390888" y="5504688"/>
            <a:ext cx="365760" cy="365760"/>
          </a:xfrm>
          <a:prstGeom xmlns:a="http://schemas.openxmlformats.org/drawingml/2006/main" prst="ellipse">
            <a:avLst/>
          </a:prstGeom>
          <a:solidFill xmlns:a="http://schemas.openxmlformats.org/drawingml/2006/main">
            <a:srgbClr val="E9F5FF"/>
          </a:solidFill>
          <a:ln xmlns:a="http://schemas.openxmlformats.org/drawingml/2006/main" w="5080">
            <a:solidFill>
              <a:srgbClr val="CFE2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5" name="Oval 194">
            <a:extLst xmlns:a="http://schemas.openxmlformats.org/drawingml/2006/main">
              <a:ext uri="{FF2B5EF4-FFF2-40B4-BE49-F238E27FC236}">
                <a16:creationId xmlns:a16="http://schemas.microsoft.com/office/drawing/2014/main" id="{58E4C2F0-FB0E-4ECB-AB8F-A783F8839303}"/>
              </a:ext>
            </a:extLst>
          </p:cNvPr>
          <p:cNvSpPr>
            <a:spLocks xmlns:a="http://schemas.openxmlformats.org/drawingml/2006/main" noGrp="1"/>
          </p:cNvSpPr>
          <p:nvPr/>
        </p:nvSpPr>
        <p:spPr>
          <a:xfrm xmlns:a="http://schemas.openxmlformats.org/drawingml/2006/main">
            <a:off x="9491472" y="5610758"/>
            <a:ext cx="120700" cy="120700"/>
          </a:xfrm>
          <a:prstGeom xmlns:a="http://schemas.openxmlformats.org/drawingml/2006/main" prst="ellipse">
            <a:avLst/>
          </a:prstGeom>
          <a:solidFill xmlns:a="http://schemas.openxmlformats.org/drawingml/2006/main">
            <a:srgbClr val="FFFFFF"/>
          </a:solidFill>
          <a:ln xmlns:a="http://schemas.openxmlformats.org/drawingml/2006/main" w="17780">
            <a:solidFill>
              <a:srgbClr val="135E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6" name="Connector 195">
            <a:extLst xmlns:a="http://schemas.openxmlformats.org/drawingml/2006/main">
              <a:ext uri="{FF2B5EF4-FFF2-40B4-BE49-F238E27FC236}">
                <a16:creationId xmlns:a16="http://schemas.microsoft.com/office/drawing/2014/main" id="{D9A0D14F-4EEA-48DA-97EC-68325B160708}"/>
              </a:ext>
            </a:extLst>
          </p:cNvPr>
          <p:cNvSpPr>
            <a:spLocks xmlns:a="http://schemas.openxmlformats.org/drawingml/2006/main" noGrp="1"/>
          </p:cNvSpPr>
          <p:nvPr/>
        </p:nvSpPr>
        <p:spPr>
          <a:xfrm xmlns:a="http://schemas.openxmlformats.org/drawingml/2006/main">
            <a:off x="9593519" y="5711708"/>
            <a:ext cx="65836" cy="65836"/>
          </a:xfrm>
          <a:prstGeom xmlns:a="http://schemas.openxmlformats.org/drawingml/2006/main" prst="line">
            <a:avLst/>
          </a:prstGeom>
          <a:ln xmlns:a="http://schemas.openxmlformats.org/drawingml/2006/main" w="19050">
            <a:solidFill>
              <a:srgbClr val="135E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97" name="TextBox 196">
            <a:extLst xmlns:a="http://schemas.openxmlformats.org/drawingml/2006/main">
              <a:ext uri="{FF2B5EF4-FFF2-40B4-BE49-F238E27FC236}">
                <a16:creationId xmlns:a16="http://schemas.microsoft.com/office/drawing/2014/main" id="{15904884-58A5-4DB1-81D5-BA0422EDD327}"/>
              </a:ext>
            </a:extLst>
          </p:cNvPr>
          <p:cNvSpPr>
            <a:spLocks xmlns:a="http://schemas.openxmlformats.org/drawingml/2006/main" noGrp="1"/>
          </p:cNvSpPr>
          <p:nvPr/>
        </p:nvSpPr>
        <p:spPr>
          <a:xfrm xmlns:a="http://schemas.openxmlformats.org/drawingml/2006/main">
            <a:off x="9848088" y="5431536"/>
            <a:ext cx="150876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60" b="1">
                <a:solidFill>
                  <a:srgbClr val="04235B"/>
                </a:solidFill>
                <a:latin typeface="Arial"/>
                <a:ea typeface="Arial"/>
                <a:cs typeface="Arial"/>
              </a:rPr>
              <a:t>Dịch vụ hậu mãi tốt</a:t>
            </a:r>
          </a:p>
        </p:txBody>
      </p:sp>
      <p:sp>
        <p:nvSpPr>
          <p:cNvPr id="198" name="TextBox 197">
            <a:extLst xmlns:a="http://schemas.openxmlformats.org/drawingml/2006/main">
              <a:ext uri="{FF2B5EF4-FFF2-40B4-BE49-F238E27FC236}">
                <a16:creationId xmlns:a16="http://schemas.microsoft.com/office/drawing/2014/main" id="{378837D2-9C40-421B-A8FB-2BC62D1D96A0}"/>
              </a:ext>
            </a:extLst>
          </p:cNvPr>
          <p:cNvSpPr>
            <a:spLocks xmlns:a="http://schemas.openxmlformats.org/drawingml/2006/main" noGrp="1"/>
          </p:cNvSpPr>
          <p:nvPr/>
        </p:nvSpPr>
        <p:spPr>
          <a:xfrm xmlns:a="http://schemas.openxmlformats.org/drawingml/2006/main">
            <a:off x="9848088" y="5669280"/>
            <a:ext cx="1508760" cy="38404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40" b="0">
                <a:solidFill>
                  <a:srgbClr val="4D5E7D"/>
                </a:solidFill>
                <a:latin typeface="Arial"/>
                <a:ea typeface="Arial"/>
                <a:cs typeface="Arial"/>
              </a:rPr>
              <a:t>Bảo hành chính hãng,
đội ngũ tư vấn chuyên nghiệp.</a:t>
            </a:r>
          </a:p>
        </p:txBody>
      </p:sp>
      <p:sp>
        <p:nvSpPr>
          <p:cNvPr id="199" name="TextBox 198">
            <a:extLst xmlns:a="http://schemas.openxmlformats.org/drawingml/2006/main">
              <a:ext uri="{FF2B5EF4-FFF2-40B4-BE49-F238E27FC236}">
                <a16:creationId xmlns:a16="http://schemas.microsoft.com/office/drawing/2014/main" id="{10AD9BE9-E388-4390-A642-2E833F655619}"/>
              </a:ext>
            </a:extLst>
          </p:cNvPr>
          <p:cNvSpPr>
            <a:spLocks xmlns:a="http://schemas.openxmlformats.org/drawingml/2006/main" noGrp="1"/>
          </p:cNvSpPr>
          <p:nvPr/>
        </p:nvSpPr>
        <p:spPr>
          <a:xfrm xmlns:a="http://schemas.openxmlformats.org/drawingml/2006/main">
            <a:off x="694944" y="6428232"/>
            <a:ext cx="1874519" cy="1463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40" b="0">
                <a:solidFill>
                  <a:srgbClr val="04235B"/>
                </a:solidFill>
                <a:latin typeface="Arial"/>
                <a:ea typeface="Arial"/>
                <a:cs typeface="Arial"/>
              </a:rPr>
              <a:t>WEBSITE LAPTOP &amp; ACCESSORIES</a:t>
            </a:r>
          </a:p>
        </p:txBody>
      </p:sp>
      <p:sp>
        <p:nvSpPr>
          <p:cNvPr id="200" name="Connector 199">
            <a:extLst xmlns:a="http://schemas.openxmlformats.org/drawingml/2006/main">
              <a:ext uri="{FF2B5EF4-FFF2-40B4-BE49-F238E27FC236}">
                <a16:creationId xmlns:a16="http://schemas.microsoft.com/office/drawing/2014/main" id="{9C2103AD-7060-4F29-8D6E-73EB22C70381}"/>
              </a:ext>
            </a:extLst>
          </p:cNvPr>
          <p:cNvSpPr>
            <a:spLocks xmlns:a="http://schemas.openxmlformats.org/drawingml/2006/main" noGrp="1"/>
          </p:cNvSpPr>
          <p:nvPr/>
        </p:nvSpPr>
        <p:spPr>
          <a:xfrm xmlns:a="http://schemas.openxmlformats.org/drawingml/2006/main">
            <a:off x="2697480" y="6501384"/>
            <a:ext cx="5989320" cy="0"/>
          </a:xfrm>
          <a:prstGeom xmlns:a="http://schemas.openxmlformats.org/drawingml/2006/main" prst="line">
            <a:avLst/>
          </a:prstGeom>
          <a:ln xmlns:a="http://schemas.openxmlformats.org/drawingml/2006/main" w="10160">
            <a:solidFill>
              <a:srgbClr val="70A1E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1" name="TextBox 200">
            <a:extLst xmlns:a="http://schemas.openxmlformats.org/drawingml/2006/main">
              <a:ext uri="{FF2B5EF4-FFF2-40B4-BE49-F238E27FC236}">
                <a16:creationId xmlns:a16="http://schemas.microsoft.com/office/drawing/2014/main" id="{39B29033-CCE7-4C94-A232-764A6490BD99}"/>
              </a:ext>
            </a:extLst>
          </p:cNvPr>
          <p:cNvSpPr>
            <a:spLocks xmlns:a="http://schemas.openxmlformats.org/drawingml/2006/main" noGrp="1"/>
          </p:cNvSpPr>
          <p:nvPr/>
        </p:nvSpPr>
        <p:spPr>
          <a:xfrm xmlns:a="http://schemas.openxmlformats.org/drawingml/2006/main">
            <a:off x="8869680" y="6409944"/>
            <a:ext cx="2423160"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620" b="0">
                <a:solidFill>
                  <a:srgbClr val="5E91DC"/>
                </a:solidFill>
                <a:latin typeface="Arial"/>
                <a:ea typeface="Arial"/>
                <a:cs typeface="Arial"/>
              </a:rPr>
              <a:t>CÔNG NGHỆ CHO CUỘC SỐNG TỐT ĐẸP HƠN</a:t>
            </a:r>
          </a:p>
        </p:txBody>
      </p:sp>
      <p:pic>
        <p:nvPicPr>
          <p:cNvPr id="264" name="Picture 16"/>
          <p:cNvPicPr>
            <a:picLocks xmlns:a="http://schemas.openxmlformats.org/drawingml/2006/main" noChangeAspect="1"/>
          </p:cNvPicPr>
          <p:nvPr/>
        </p:nvPicPr>
        <p:blipFill>
          <a:blip xmlns:r="http://schemas.openxmlformats.org/officeDocument/2006/relationships" xmlns:a="http://schemas.openxmlformats.org/drawingml/2006/main" r:embed="Rdab13f0e200c4449"/>
          <a:stretch xmlns:a="http://schemas.openxmlformats.org/drawingml/2006/main">
            <a:fillRect l="0" t="0" r="0" b="0"/>
          </a:stretch>
        </p:blipFill>
        <p:spPr>
          <a:xfrm xmlns:a="http://schemas.openxmlformats.org/drawingml/2006/main">
            <a:off x="292608" y="1909314"/>
            <a:ext cx="2580132" cy="2789240"/>
          </a:xfrm>
          <a:prstGeom xmlns:a="http://schemas.openxmlformats.org/drawingml/2006/main" prst="rect">
            <a:avLst/>
          </a:prstGeom>
        </p:spPr>
      </p:pic>
      <p:pic>
        <p:nvPicPr>
          <p:cNvPr id="265" name="Picture 17"/>
          <p:cNvPicPr>
            <a:picLocks xmlns:a="http://schemas.openxmlformats.org/drawingml/2006/main" noChangeAspect="1"/>
          </p:cNvPicPr>
          <p:nvPr/>
        </p:nvPicPr>
        <p:blipFill>
          <a:blip xmlns:r="http://schemas.openxmlformats.org/officeDocument/2006/relationships" xmlns:a="http://schemas.openxmlformats.org/drawingml/2006/main" r:embed="Rdab13f0e200c4449"/>
          <a:stretch xmlns:a="http://schemas.openxmlformats.org/drawingml/2006/main">
            <a:fillRect l="0" t="0" r="0" b="0"/>
          </a:stretch>
        </p:blipFill>
        <p:spPr>
          <a:xfrm xmlns:a="http://schemas.openxmlformats.org/drawingml/2006/main">
            <a:off x="3215118" y="1909314"/>
            <a:ext cx="2583702" cy="2789240"/>
          </a:xfrm>
          <a:prstGeom xmlns:a="http://schemas.openxmlformats.org/drawingml/2006/main" prst="rect">
            <a:avLst/>
          </a:prstGeom>
        </p:spPr>
      </p:pic>
      <p:pic>
        <p:nvPicPr>
          <p:cNvPr id="266" name="Picture 18"/>
          <p:cNvPicPr>
            <a:picLocks xmlns:a="http://schemas.openxmlformats.org/drawingml/2006/main" noChangeAspect="1"/>
          </p:cNvPicPr>
          <p:nvPr/>
        </p:nvPicPr>
        <p:blipFill>
          <a:blip xmlns:r="http://schemas.openxmlformats.org/officeDocument/2006/relationships" xmlns:a="http://schemas.openxmlformats.org/drawingml/2006/main" r:embed="Rd0111a26f6ff44f9"/>
          <a:stretch xmlns:a="http://schemas.openxmlformats.org/drawingml/2006/main">
            <a:fillRect l="0" t="0" r="0" b="0"/>
          </a:stretch>
        </p:blipFill>
        <p:spPr>
          <a:xfrm xmlns:a="http://schemas.openxmlformats.org/drawingml/2006/main">
            <a:off x="6165443" y="1938528"/>
            <a:ext cx="2537256" cy="2760026"/>
          </a:xfrm>
          <a:prstGeom xmlns:a="http://schemas.openxmlformats.org/drawingml/2006/main" prst="rect">
            <a:avLst/>
          </a:prstGeom>
        </p:spPr>
      </p:pic>
      <p:pic>
        <p:nvPicPr>
          <p:cNvPr id="267" name="Picture 19"/>
          <p:cNvPicPr>
            <a:picLocks xmlns:a="http://schemas.openxmlformats.org/drawingml/2006/main" noChangeAspect="1"/>
          </p:cNvPicPr>
          <p:nvPr/>
        </p:nvPicPr>
        <p:blipFill>
          <a:blip xmlns:r="http://schemas.openxmlformats.org/officeDocument/2006/relationships" xmlns:a="http://schemas.openxmlformats.org/drawingml/2006/main" r:embed="R92488cba8a1944e9"/>
          <a:stretch xmlns:a="http://schemas.openxmlformats.org/drawingml/2006/main">
            <a:fillRect l="0" t="0" r="0" b="0"/>
          </a:stretch>
        </p:blipFill>
        <p:spPr>
          <a:xfrm xmlns:a="http://schemas.openxmlformats.org/drawingml/2006/main">
            <a:off x="9448038" y="1864558"/>
            <a:ext cx="1824228" cy="2982579"/>
          </a:xfrm>
          <a:prstGeom xmlns:a="http://schemas.openxmlformats.org/drawingml/2006/main" prst="rect">
            <a:avLst/>
          </a:prstGeom>
        </p:spPr>
      </p:pic>
      <p:pic>
        <p:nvPicPr>
          <p:cNvPr id="268" name="Picture 6"/>
          <p:cNvPicPr>
            <a:picLocks xmlns:a="http://schemas.openxmlformats.org/drawingml/2006/main" noChangeAspect="1"/>
          </p:cNvPicPr>
          <p:nvPr/>
        </p:nvPicPr>
        <p:blipFill>
          <a:blip xmlns:r="http://schemas.openxmlformats.org/officeDocument/2006/relationships" xmlns:a="http://schemas.openxmlformats.org/drawingml/2006/main" r:embed="Raeb4a0a43feb4fcc"/>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56351759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8F0EF8DF-823D-488E-8619-493A5FA421B0}"/>
              </a:ext>
            </a:extLst>
          </p:cNvPr>
          <p:cNvSpPr>
            <a:spLocks xmlns:a="http://schemas.openxmlformats.org/drawingml/2006/main" noGrp="1"/>
          </p:cNvSpPr>
          <p:nvPr/>
        </p:nvSpPr>
        <p:spPr>
          <a:xfrm xmlns:a="http://schemas.openxmlformats.org/drawingml/2006/main">
            <a:off x="274320" y="182880"/>
            <a:ext cx="768096" cy="768096"/>
          </a:xfrm>
          <a:prstGeom xmlns:a="http://schemas.openxmlformats.org/drawingml/2006/main" prst="ellipse">
            <a:avLst/>
          </a:prstGeom>
          <a:solidFill xmlns:a="http://schemas.openxmlformats.org/drawingml/2006/main">
            <a:srgbClr val="E8F5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BECBEE19-2835-42FC-916A-08B2B92294B8}"/>
              </a:ext>
            </a:extLst>
          </p:cNvPr>
          <p:cNvSpPr>
            <a:spLocks xmlns:a="http://schemas.openxmlformats.org/drawingml/2006/main" noGrp="1"/>
          </p:cNvSpPr>
          <p:nvPr/>
        </p:nvSpPr>
        <p:spPr>
          <a:xfrm xmlns:a="http://schemas.openxmlformats.org/drawingml/2006/main">
            <a:off x="329184" y="329184"/>
            <a:ext cx="658368" cy="4572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1A69E1"/>
                </a:solidFill>
                <a:latin typeface="Arial"/>
                <a:ea typeface="Arial"/>
                <a:cs typeface="Arial"/>
              </a:rPr>
              <a:t>02</a:t>
            </a:r>
          </a:p>
        </p:txBody>
      </p:sp>
      <p:sp>
        <p:nvSpPr>
          <p:cNvPr id="4" name="TextBox 3">
            <a:extLst xmlns:a="http://schemas.openxmlformats.org/drawingml/2006/main">
              <a:ext uri="{FF2B5EF4-FFF2-40B4-BE49-F238E27FC236}">
                <a16:creationId xmlns:a16="http://schemas.microsoft.com/office/drawing/2014/main" id="{E032C084-E856-4840-890B-D5C37A62DBBC}"/>
              </a:ext>
            </a:extLst>
          </p:cNvPr>
          <p:cNvSpPr>
            <a:spLocks xmlns:a="http://schemas.openxmlformats.org/drawingml/2006/main" noGrp="1"/>
          </p:cNvSpPr>
          <p:nvPr/>
        </p:nvSpPr>
        <p:spPr>
          <a:xfrm xmlns:a="http://schemas.openxmlformats.org/drawingml/2006/main">
            <a:off x="1389888" y="164592"/>
            <a:ext cx="228600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00" b="0">
                <a:solidFill>
                  <a:srgbClr val="1A69E1"/>
                </a:solidFill>
                <a:latin typeface="Arial"/>
                <a:ea typeface="Arial"/>
                <a:cs typeface="Arial"/>
              </a:rPr>
              <a:t>MỤC TIÊU DỰ ÁN</a:t>
            </a:r>
          </a:p>
        </p:txBody>
      </p:sp>
      <p:sp>
        <p:nvSpPr>
          <p:cNvPr id="5" name="TextBox 4">
            <a:extLst xmlns:a="http://schemas.openxmlformats.org/drawingml/2006/main">
              <a:ext uri="{FF2B5EF4-FFF2-40B4-BE49-F238E27FC236}">
                <a16:creationId xmlns:a16="http://schemas.microsoft.com/office/drawing/2014/main" id="{9DB9C0D6-037F-48DA-B027-67B93CE1C7EA}"/>
              </a:ext>
            </a:extLst>
          </p:cNvPr>
          <p:cNvSpPr>
            <a:spLocks xmlns:a="http://schemas.openxmlformats.org/drawingml/2006/main" noGrp="1"/>
          </p:cNvSpPr>
          <p:nvPr/>
        </p:nvSpPr>
        <p:spPr>
          <a:xfrm xmlns:a="http://schemas.openxmlformats.org/drawingml/2006/main">
            <a:off x="1389888" y="457200"/>
            <a:ext cx="6217920" cy="4572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2800" b="1">
                <a:solidFill>
                  <a:srgbClr val="07275C"/>
                </a:solidFill>
                <a:latin typeface="Arial"/>
                <a:ea typeface="Arial"/>
                <a:cs typeface="Arial"/>
              </a:rPr>
              <a:t>Mục tiêu dự án</a:t>
            </a:r>
          </a:p>
        </p:txBody>
      </p:sp>
      <p:sp>
        <p:nvSpPr>
          <p:cNvPr id="6" name="TextBox 5">
            <a:extLst xmlns:a="http://schemas.openxmlformats.org/drawingml/2006/main">
              <a:ext uri="{FF2B5EF4-FFF2-40B4-BE49-F238E27FC236}">
                <a16:creationId xmlns:a16="http://schemas.microsoft.com/office/drawing/2014/main" id="{BA25AFF0-C038-4593-87CE-26F819B85E23}"/>
              </a:ext>
            </a:extLst>
          </p:cNvPr>
          <p:cNvSpPr>
            <a:spLocks xmlns:a="http://schemas.openxmlformats.org/drawingml/2006/main" noGrp="1"/>
          </p:cNvSpPr>
          <p:nvPr/>
        </p:nvSpPr>
        <p:spPr>
          <a:xfrm xmlns:a="http://schemas.openxmlformats.org/drawingml/2006/main">
            <a:off x="1389888" y="905256"/>
            <a:ext cx="6949440"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100" b="0">
                <a:solidFill>
                  <a:srgbClr val="54657D"/>
                </a:solidFill>
                <a:latin typeface="Arial"/>
                <a:ea typeface="Arial"/>
                <a:cs typeface="Arial"/>
              </a:rPr>
              <a:t>Định hướng xây dựng website bán laptop &amp; phụ kiện</a:t>
            </a:r>
          </a:p>
        </p:txBody>
      </p:sp>
      <p:sp>
        <p:nvSpPr>
          <p:cNvPr id="7" name="Connector 6">
            <a:extLst xmlns:a="http://schemas.openxmlformats.org/drawingml/2006/main">
              <a:ext uri="{FF2B5EF4-FFF2-40B4-BE49-F238E27FC236}">
                <a16:creationId xmlns:a16="http://schemas.microsoft.com/office/drawing/2014/main" id="{7398F9FF-C7DD-42AD-A6C3-F1EEA8ECB22D}"/>
              </a:ext>
            </a:extLst>
          </p:cNvPr>
          <p:cNvSpPr>
            <a:spLocks xmlns:a="http://schemas.openxmlformats.org/drawingml/2006/main" noGrp="1"/>
          </p:cNvSpPr>
          <p:nvPr/>
        </p:nvSpPr>
        <p:spPr>
          <a:xfrm xmlns:a="http://schemas.openxmlformats.org/drawingml/2006/main">
            <a:off x="7726679" y="640080"/>
            <a:ext cx="914401" cy="0"/>
          </a:xfrm>
          <a:prstGeom xmlns:a="http://schemas.openxmlformats.org/drawingml/2006/main" prst="line">
            <a:avLst/>
          </a:prstGeom>
          <a:ln xmlns:a="http://schemas.openxmlformats.org/drawingml/2006/main" w="12700">
            <a:solidFill>
              <a:srgbClr val="69A0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Oval 7">
            <a:extLst xmlns:a="http://schemas.openxmlformats.org/drawingml/2006/main">
              <a:ext uri="{FF2B5EF4-FFF2-40B4-BE49-F238E27FC236}">
                <a16:creationId xmlns:a16="http://schemas.microsoft.com/office/drawing/2014/main" id="{9E3697CD-9C31-451A-8C79-E8009473E657}"/>
              </a:ext>
            </a:extLst>
          </p:cNvPr>
          <p:cNvSpPr>
            <a:spLocks xmlns:a="http://schemas.openxmlformats.org/drawingml/2006/main" noGrp="1"/>
          </p:cNvSpPr>
          <p:nvPr/>
        </p:nvSpPr>
        <p:spPr>
          <a:xfrm xmlns:a="http://schemas.openxmlformats.org/drawingml/2006/main">
            <a:off x="8609076" y="608075"/>
            <a:ext cx="64008" cy="64008"/>
          </a:xfrm>
          <a:prstGeom xmlns:a="http://schemas.openxmlformats.org/drawingml/2006/main" prst="ellipse">
            <a:avLst/>
          </a:prstGeom>
          <a:solidFill xmlns:a="http://schemas.openxmlformats.org/drawingml/2006/main">
            <a:srgbClr val="1A69E1"/>
          </a:solidFill>
          <a:ln xmlns:a="http://schemas.openxmlformats.org/drawingml/2006/main" w="2540">
            <a:solidFill>
              <a:srgbClr val="1A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Connector 8">
            <a:extLst xmlns:a="http://schemas.openxmlformats.org/drawingml/2006/main">
              <a:ext uri="{FF2B5EF4-FFF2-40B4-BE49-F238E27FC236}">
                <a16:creationId xmlns:a16="http://schemas.microsoft.com/office/drawing/2014/main" id="{1A82011A-A3EF-4E5B-8B10-3A92963D27C7}"/>
              </a:ext>
            </a:extLst>
          </p:cNvPr>
          <p:cNvSpPr>
            <a:spLocks xmlns:a="http://schemas.openxmlformats.org/drawingml/2006/main" noGrp="1"/>
          </p:cNvSpPr>
          <p:nvPr/>
        </p:nvSpPr>
        <p:spPr>
          <a:xfrm xmlns:a="http://schemas.openxmlformats.org/drawingml/2006/main" flipV="1">
            <a:off x="8668512" y="429768"/>
            <a:ext cx="493776" cy="210312"/>
          </a:xfrm>
          <a:prstGeom xmlns:a="http://schemas.openxmlformats.org/drawingml/2006/main" prst="line">
            <a:avLst/>
          </a:prstGeom>
          <a:ln xmlns:a="http://schemas.openxmlformats.org/drawingml/2006/main" w="12700">
            <a:solidFill>
              <a:srgbClr val="69A0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Oval 9">
            <a:extLst xmlns:a="http://schemas.openxmlformats.org/drawingml/2006/main">
              <a:ext uri="{FF2B5EF4-FFF2-40B4-BE49-F238E27FC236}">
                <a16:creationId xmlns:a16="http://schemas.microsoft.com/office/drawing/2014/main" id="{7E74B6E4-DC06-45F8-AF86-49123393C7B8}"/>
              </a:ext>
            </a:extLst>
          </p:cNvPr>
          <p:cNvSpPr>
            <a:spLocks xmlns:a="http://schemas.openxmlformats.org/drawingml/2006/main" noGrp="1"/>
          </p:cNvSpPr>
          <p:nvPr/>
        </p:nvSpPr>
        <p:spPr>
          <a:xfrm xmlns:a="http://schemas.openxmlformats.org/drawingml/2006/main">
            <a:off x="9125712" y="393192"/>
            <a:ext cx="73152" cy="73152"/>
          </a:xfrm>
          <a:prstGeom xmlns:a="http://schemas.openxmlformats.org/drawingml/2006/main" prst="ellipse">
            <a:avLst/>
          </a:prstGeom>
          <a:solidFill xmlns:a="http://schemas.openxmlformats.org/drawingml/2006/main">
            <a:srgbClr val="1A69E1"/>
          </a:solidFill>
          <a:ln xmlns:a="http://schemas.openxmlformats.org/drawingml/2006/main" w="2540">
            <a:solidFill>
              <a:srgbClr val="1A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2760E054-6000-4B98-BF17-85B855B0553E}"/>
              </a:ext>
            </a:extLst>
          </p:cNvPr>
          <p:cNvSpPr>
            <a:spLocks xmlns:a="http://schemas.openxmlformats.org/drawingml/2006/main" noGrp="1"/>
          </p:cNvSpPr>
          <p:nvPr/>
        </p:nvSpPr>
        <p:spPr>
          <a:xfrm xmlns:a="http://schemas.openxmlformats.org/drawingml/2006/main">
            <a:off x="685800" y="1417320"/>
            <a:ext cx="10835640" cy="1078992"/>
          </a:xfrm>
          <a:prstGeom xmlns:a="http://schemas.openxmlformats.org/drawingml/2006/main" prst="roundRect">
            <a:avLst/>
          </a:prstGeom>
          <a:solidFill xmlns:a="http://schemas.openxmlformats.org/drawingml/2006/main">
            <a:srgbClr val="F8FB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96D203AE-EC68-4412-8E83-2C34F614BF6B}"/>
              </a:ext>
            </a:extLst>
          </p:cNvPr>
          <p:cNvSpPr>
            <a:spLocks xmlns:a="http://schemas.openxmlformats.org/drawingml/2006/main" noGrp="1"/>
          </p:cNvSpPr>
          <p:nvPr/>
        </p:nvSpPr>
        <p:spPr>
          <a:xfrm xmlns:a="http://schemas.openxmlformats.org/drawingml/2006/main">
            <a:off x="685800" y="1417320"/>
            <a:ext cx="91440" cy="1078992"/>
          </a:xfrm>
          <a:prstGeom xmlns:a="http://schemas.openxmlformats.org/drawingml/2006/main" prst="roundRect">
            <a:avLst/>
          </a:prstGeom>
          <a:solidFill xmlns:a="http://schemas.openxmlformats.org/drawingml/2006/main">
            <a:srgbClr val="1A69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748BD321-14EC-4075-AE01-F4102C0669CE}"/>
              </a:ext>
            </a:extLst>
          </p:cNvPr>
          <p:cNvSpPr>
            <a:spLocks xmlns:a="http://schemas.openxmlformats.org/drawingml/2006/main" noGrp="1"/>
          </p:cNvSpPr>
          <p:nvPr/>
        </p:nvSpPr>
        <p:spPr>
          <a:xfrm xmlns:a="http://schemas.openxmlformats.org/drawingml/2006/main">
            <a:off x="941832" y="1709928"/>
            <a:ext cx="493776" cy="493776"/>
          </a:xfrm>
          <a:prstGeom xmlns:a="http://schemas.openxmlformats.org/drawingml/2006/main" prst="ellipse">
            <a:avLst/>
          </a:prstGeom>
          <a:solidFill xmlns:a="http://schemas.openxmlformats.org/drawingml/2006/main">
            <a:srgbClr val="E8F5FF"/>
          </a:solidFill>
          <a:ln xmlns:a="http://schemas.openxmlformats.org/drawingml/2006/main" w="12700">
            <a:solidFill>
              <a:srgbClr val="1A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342AD8FC-88D4-4E08-9870-C9338CCE39DA}"/>
              </a:ext>
            </a:extLst>
          </p:cNvPr>
          <p:cNvSpPr>
            <a:spLocks xmlns:a="http://schemas.openxmlformats.org/drawingml/2006/main" noGrp="1"/>
          </p:cNvSpPr>
          <p:nvPr/>
        </p:nvSpPr>
        <p:spPr>
          <a:xfrm xmlns:a="http://schemas.openxmlformats.org/drawingml/2006/main">
            <a:off x="1033271" y="1792224"/>
            <a:ext cx="310896" cy="320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700" b="1">
                <a:solidFill>
                  <a:srgbClr val="1A69E1"/>
                </a:solidFill>
                <a:latin typeface="Arial"/>
                <a:ea typeface="Arial"/>
                <a:cs typeface="Arial"/>
              </a:rPr>
              <a:t>★</a:t>
            </a:r>
          </a:p>
        </p:txBody>
      </p:sp>
      <p:sp>
        <p:nvSpPr>
          <p:cNvPr id="15" name="TextBox 14">
            <a:extLst xmlns:a="http://schemas.openxmlformats.org/drawingml/2006/main">
              <a:ext uri="{FF2B5EF4-FFF2-40B4-BE49-F238E27FC236}">
                <a16:creationId xmlns:a16="http://schemas.microsoft.com/office/drawing/2014/main" id="{5F64ED46-647C-4354-A5D4-22D02EA6CE51}"/>
              </a:ext>
            </a:extLst>
          </p:cNvPr>
          <p:cNvSpPr>
            <a:spLocks xmlns:a="http://schemas.openxmlformats.org/drawingml/2006/main" noGrp="1"/>
          </p:cNvSpPr>
          <p:nvPr/>
        </p:nvSpPr>
        <p:spPr>
          <a:xfrm xmlns:a="http://schemas.openxmlformats.org/drawingml/2006/main">
            <a:off x="1627632" y="1609344"/>
            <a:ext cx="182880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00" b="1">
                <a:solidFill>
                  <a:srgbClr val="1A69E1"/>
                </a:solidFill>
                <a:latin typeface="Arial"/>
                <a:ea typeface="Arial"/>
                <a:cs typeface="Arial"/>
              </a:rPr>
              <a:t>MỤC TIÊU TỔNG QUÁT</a:t>
            </a:r>
          </a:p>
        </p:txBody>
      </p:sp>
      <p:sp>
        <p:nvSpPr>
          <p:cNvPr id="16" name="TextBox 15">
            <a:extLst xmlns:a="http://schemas.openxmlformats.org/drawingml/2006/main">
              <a:ext uri="{FF2B5EF4-FFF2-40B4-BE49-F238E27FC236}">
                <a16:creationId xmlns:a16="http://schemas.microsoft.com/office/drawing/2014/main" id="{7CBCEA44-513D-4E7D-A18A-6D32F2C21640}"/>
              </a:ext>
            </a:extLst>
          </p:cNvPr>
          <p:cNvSpPr>
            <a:spLocks xmlns:a="http://schemas.openxmlformats.org/drawingml/2006/main" noGrp="1"/>
          </p:cNvSpPr>
          <p:nvPr/>
        </p:nvSpPr>
        <p:spPr>
          <a:xfrm xmlns:a="http://schemas.openxmlformats.org/drawingml/2006/main">
            <a:off x="1627632" y="1865376"/>
            <a:ext cx="9235440" cy="40233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7275C"/>
                </a:solidFill>
                <a:latin typeface="Arial"/>
                <a:ea typeface="Arial"/>
                <a:cs typeface="Arial"/>
              </a:rPr>
              <a:t>Xây dựng một website thương mại điện tử chuyên nghiệp, giúp khách hàng dễ dàng tìm kiếm, lựa chọn và mua laptop, phụ kiện công nghệ trực tuyến.</a:t>
            </a:r>
          </a:p>
        </p:txBody>
      </p:sp>
      <p:sp>
        <p:nvSpPr>
          <p:cNvPr id="17" name="Rounded Rectangle 16">
            <a:extLst xmlns:a="http://schemas.openxmlformats.org/drawingml/2006/main">
              <a:ext uri="{FF2B5EF4-FFF2-40B4-BE49-F238E27FC236}">
                <a16:creationId xmlns:a16="http://schemas.microsoft.com/office/drawing/2014/main" id="{96366A73-51A5-4C2E-ABCA-A047B4899FFE}"/>
              </a:ext>
            </a:extLst>
          </p:cNvPr>
          <p:cNvSpPr>
            <a:spLocks xmlns:a="http://schemas.openxmlformats.org/drawingml/2006/main" noGrp="1"/>
          </p:cNvSpPr>
          <p:nvPr/>
        </p:nvSpPr>
        <p:spPr>
          <a:xfrm xmlns:a="http://schemas.openxmlformats.org/drawingml/2006/main">
            <a:off x="685800" y="2761488"/>
            <a:ext cx="5321808" cy="1143000"/>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2EE4B0F5-A395-41C5-B6D8-2522C1E5A308}"/>
              </a:ext>
            </a:extLst>
          </p:cNvPr>
          <p:cNvSpPr>
            <a:spLocks xmlns:a="http://schemas.openxmlformats.org/drawingml/2006/main" noGrp="1"/>
          </p:cNvSpPr>
          <p:nvPr/>
        </p:nvSpPr>
        <p:spPr>
          <a:xfrm xmlns:a="http://schemas.openxmlformats.org/drawingml/2006/main">
            <a:off x="877824" y="3081528"/>
            <a:ext cx="493776" cy="493776"/>
          </a:xfrm>
          <a:prstGeom xmlns:a="http://schemas.openxmlformats.org/drawingml/2006/main" prst="ellipse">
            <a:avLst/>
          </a:prstGeom>
          <a:solidFill xmlns:a="http://schemas.openxmlformats.org/drawingml/2006/main">
            <a:srgbClr val="1A69E1"/>
          </a:solidFill>
          <a:ln xmlns:a="http://schemas.openxmlformats.org/drawingml/2006/main" w="2540">
            <a:solidFill>
              <a:srgbClr val="1A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11BC9587-5C57-48F9-8E42-EB77D55813BE}"/>
              </a:ext>
            </a:extLst>
          </p:cNvPr>
          <p:cNvSpPr>
            <a:spLocks xmlns:a="http://schemas.openxmlformats.org/drawingml/2006/main" noGrp="1"/>
          </p:cNvSpPr>
          <p:nvPr/>
        </p:nvSpPr>
        <p:spPr>
          <a:xfrm xmlns:a="http://schemas.openxmlformats.org/drawingml/2006/main">
            <a:off x="950976" y="3172968"/>
            <a:ext cx="347472"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01</a:t>
            </a:r>
          </a:p>
        </p:txBody>
      </p:sp>
      <p:sp>
        <p:nvSpPr>
          <p:cNvPr id="20" name="TextBox 19">
            <a:extLst xmlns:a="http://schemas.openxmlformats.org/drawingml/2006/main">
              <a:ext uri="{FF2B5EF4-FFF2-40B4-BE49-F238E27FC236}">
                <a16:creationId xmlns:a16="http://schemas.microsoft.com/office/drawing/2014/main" id="{E09323A0-2231-47FA-AC65-300B324D0953}"/>
              </a:ext>
            </a:extLst>
          </p:cNvPr>
          <p:cNvSpPr>
            <a:spLocks xmlns:a="http://schemas.openxmlformats.org/drawingml/2006/main" noGrp="1"/>
          </p:cNvSpPr>
          <p:nvPr/>
        </p:nvSpPr>
        <p:spPr>
          <a:xfrm xmlns:a="http://schemas.openxmlformats.org/drawingml/2006/main">
            <a:off x="1527048" y="2962656"/>
            <a:ext cx="4160520" cy="2468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1">
                <a:solidFill>
                  <a:srgbClr val="07275C"/>
                </a:solidFill>
                <a:latin typeface="Arial"/>
                <a:ea typeface="Arial"/>
                <a:cs typeface="Arial"/>
              </a:rPr>
              <a:t>Trải nghiệm người dùng</a:t>
            </a:r>
          </a:p>
        </p:txBody>
      </p:sp>
      <p:sp>
        <p:nvSpPr>
          <p:cNvPr id="21" name="TextBox 20">
            <a:extLst xmlns:a="http://schemas.openxmlformats.org/drawingml/2006/main">
              <a:ext uri="{FF2B5EF4-FFF2-40B4-BE49-F238E27FC236}">
                <a16:creationId xmlns:a16="http://schemas.microsoft.com/office/drawing/2014/main" id="{53E03A13-922C-4766-9F67-C31417BB2654}"/>
              </a:ext>
            </a:extLst>
          </p:cNvPr>
          <p:cNvSpPr>
            <a:spLocks xmlns:a="http://schemas.openxmlformats.org/drawingml/2006/main" noGrp="1"/>
          </p:cNvSpPr>
          <p:nvPr/>
        </p:nvSpPr>
        <p:spPr>
          <a:xfrm xmlns:a="http://schemas.openxmlformats.org/drawingml/2006/main">
            <a:off x="1527048" y="3255264"/>
            <a:ext cx="4160520" cy="4480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19" b="0">
                <a:solidFill>
                  <a:srgbClr val="54657D"/>
                </a:solidFill>
                <a:latin typeface="Arial"/>
                <a:ea typeface="Arial"/>
                <a:cs typeface="Arial"/>
              </a:rPr>
              <a:t>Thiết kế giao diện hiện đại, trực quan, dễ sử dụng trên máy tính và thiết bị di động.</a:t>
            </a:r>
          </a:p>
        </p:txBody>
      </p:sp>
      <p:sp>
        <p:nvSpPr>
          <p:cNvPr id="22" name="Rounded Rectangle 21">
            <a:extLst xmlns:a="http://schemas.openxmlformats.org/drawingml/2006/main">
              <a:ext uri="{FF2B5EF4-FFF2-40B4-BE49-F238E27FC236}">
                <a16:creationId xmlns:a16="http://schemas.microsoft.com/office/drawing/2014/main" id="{66C15586-39E6-469A-BC8B-F5CE559CF747}"/>
              </a:ext>
            </a:extLst>
          </p:cNvPr>
          <p:cNvSpPr>
            <a:spLocks xmlns:a="http://schemas.openxmlformats.org/drawingml/2006/main" noGrp="1"/>
          </p:cNvSpPr>
          <p:nvPr/>
        </p:nvSpPr>
        <p:spPr>
          <a:xfrm xmlns:a="http://schemas.openxmlformats.org/drawingml/2006/main">
            <a:off x="6199632" y="2761488"/>
            <a:ext cx="5321808" cy="1143000"/>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Oval 22">
            <a:extLst xmlns:a="http://schemas.openxmlformats.org/drawingml/2006/main">
              <a:ext uri="{FF2B5EF4-FFF2-40B4-BE49-F238E27FC236}">
                <a16:creationId xmlns:a16="http://schemas.microsoft.com/office/drawing/2014/main" id="{5632C4D1-7DE9-4356-BC76-9AD7F949CDE6}"/>
              </a:ext>
            </a:extLst>
          </p:cNvPr>
          <p:cNvSpPr>
            <a:spLocks xmlns:a="http://schemas.openxmlformats.org/drawingml/2006/main" noGrp="1"/>
          </p:cNvSpPr>
          <p:nvPr/>
        </p:nvSpPr>
        <p:spPr>
          <a:xfrm xmlns:a="http://schemas.openxmlformats.org/drawingml/2006/main">
            <a:off x="6391656" y="3081528"/>
            <a:ext cx="493776" cy="493776"/>
          </a:xfrm>
          <a:prstGeom xmlns:a="http://schemas.openxmlformats.org/drawingml/2006/main" prst="ellipse">
            <a:avLst/>
          </a:prstGeom>
          <a:solidFill xmlns:a="http://schemas.openxmlformats.org/drawingml/2006/main">
            <a:srgbClr val="1A69E1"/>
          </a:solidFill>
          <a:ln xmlns:a="http://schemas.openxmlformats.org/drawingml/2006/main" w="2540">
            <a:solidFill>
              <a:srgbClr val="1A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2D39748B-2B2E-4126-996B-E0BE8A16D69E}"/>
              </a:ext>
            </a:extLst>
          </p:cNvPr>
          <p:cNvSpPr>
            <a:spLocks xmlns:a="http://schemas.openxmlformats.org/drawingml/2006/main" noGrp="1"/>
          </p:cNvSpPr>
          <p:nvPr/>
        </p:nvSpPr>
        <p:spPr>
          <a:xfrm xmlns:a="http://schemas.openxmlformats.org/drawingml/2006/main">
            <a:off x="6464808" y="3172968"/>
            <a:ext cx="347472"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02</a:t>
            </a:r>
          </a:p>
        </p:txBody>
      </p:sp>
      <p:sp>
        <p:nvSpPr>
          <p:cNvPr id="25" name="TextBox 24">
            <a:extLst xmlns:a="http://schemas.openxmlformats.org/drawingml/2006/main">
              <a:ext uri="{FF2B5EF4-FFF2-40B4-BE49-F238E27FC236}">
                <a16:creationId xmlns:a16="http://schemas.microsoft.com/office/drawing/2014/main" id="{7ABF4EF7-50A8-40A7-8905-C8DE6346E4D5}"/>
              </a:ext>
            </a:extLst>
          </p:cNvPr>
          <p:cNvSpPr>
            <a:spLocks xmlns:a="http://schemas.openxmlformats.org/drawingml/2006/main" noGrp="1"/>
          </p:cNvSpPr>
          <p:nvPr/>
        </p:nvSpPr>
        <p:spPr>
          <a:xfrm xmlns:a="http://schemas.openxmlformats.org/drawingml/2006/main">
            <a:off x="7040880" y="2962656"/>
            <a:ext cx="4160520" cy="2468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1">
                <a:solidFill>
                  <a:srgbClr val="07275C"/>
                </a:solidFill>
                <a:latin typeface="Arial"/>
                <a:ea typeface="Arial"/>
                <a:cs typeface="Arial"/>
              </a:rPr>
              <a:t>Quản lý sản phẩm</a:t>
            </a:r>
          </a:p>
        </p:txBody>
      </p:sp>
      <p:sp>
        <p:nvSpPr>
          <p:cNvPr id="26" name="TextBox 25">
            <a:extLst xmlns:a="http://schemas.openxmlformats.org/drawingml/2006/main">
              <a:ext uri="{FF2B5EF4-FFF2-40B4-BE49-F238E27FC236}">
                <a16:creationId xmlns:a16="http://schemas.microsoft.com/office/drawing/2014/main" id="{6276E507-F9EA-492E-9C46-6911FC31A641}"/>
              </a:ext>
            </a:extLst>
          </p:cNvPr>
          <p:cNvSpPr>
            <a:spLocks xmlns:a="http://schemas.openxmlformats.org/drawingml/2006/main" noGrp="1"/>
          </p:cNvSpPr>
          <p:nvPr/>
        </p:nvSpPr>
        <p:spPr>
          <a:xfrm xmlns:a="http://schemas.openxmlformats.org/drawingml/2006/main">
            <a:off x="7040880" y="3255264"/>
            <a:ext cx="4160520" cy="4480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19" b="0">
                <a:solidFill>
                  <a:srgbClr val="54657D"/>
                </a:solidFill>
                <a:latin typeface="Arial"/>
                <a:ea typeface="Arial"/>
                <a:cs typeface="Arial"/>
              </a:rPr>
              <a:t>Hiển thị danh mục, thông số, giá bán, khuyến mãi và tình trạng sản phẩm rõ ràng.</a:t>
            </a:r>
          </a:p>
        </p:txBody>
      </p:sp>
      <p:sp>
        <p:nvSpPr>
          <p:cNvPr id="27" name="Rounded Rectangle 26">
            <a:extLst xmlns:a="http://schemas.openxmlformats.org/drawingml/2006/main">
              <a:ext uri="{FF2B5EF4-FFF2-40B4-BE49-F238E27FC236}">
                <a16:creationId xmlns:a16="http://schemas.microsoft.com/office/drawing/2014/main" id="{139BC323-B4CE-492C-9655-ACA32A951A31}"/>
              </a:ext>
            </a:extLst>
          </p:cNvPr>
          <p:cNvSpPr>
            <a:spLocks xmlns:a="http://schemas.openxmlformats.org/drawingml/2006/main" noGrp="1"/>
          </p:cNvSpPr>
          <p:nvPr/>
        </p:nvSpPr>
        <p:spPr>
          <a:xfrm xmlns:a="http://schemas.openxmlformats.org/drawingml/2006/main">
            <a:off x="685800" y="4160520"/>
            <a:ext cx="5321808" cy="1143000"/>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Oval 27">
            <a:extLst xmlns:a="http://schemas.openxmlformats.org/drawingml/2006/main">
              <a:ext uri="{FF2B5EF4-FFF2-40B4-BE49-F238E27FC236}">
                <a16:creationId xmlns:a16="http://schemas.microsoft.com/office/drawing/2014/main" id="{09E5DC14-A107-4814-8BBE-163DB582D511}"/>
              </a:ext>
            </a:extLst>
          </p:cNvPr>
          <p:cNvSpPr>
            <a:spLocks xmlns:a="http://schemas.openxmlformats.org/drawingml/2006/main" noGrp="1"/>
          </p:cNvSpPr>
          <p:nvPr/>
        </p:nvSpPr>
        <p:spPr>
          <a:xfrm xmlns:a="http://schemas.openxmlformats.org/drawingml/2006/main">
            <a:off x="877824" y="4480560"/>
            <a:ext cx="493776" cy="493776"/>
          </a:xfrm>
          <a:prstGeom xmlns:a="http://schemas.openxmlformats.org/drawingml/2006/main" prst="ellipse">
            <a:avLst/>
          </a:prstGeom>
          <a:solidFill xmlns:a="http://schemas.openxmlformats.org/drawingml/2006/main">
            <a:srgbClr val="1A69E1"/>
          </a:solidFill>
          <a:ln xmlns:a="http://schemas.openxmlformats.org/drawingml/2006/main" w="2540">
            <a:solidFill>
              <a:srgbClr val="1A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5790BDA7-F337-44DD-93C3-2CA6AB127528}"/>
              </a:ext>
            </a:extLst>
          </p:cNvPr>
          <p:cNvSpPr>
            <a:spLocks xmlns:a="http://schemas.openxmlformats.org/drawingml/2006/main" noGrp="1"/>
          </p:cNvSpPr>
          <p:nvPr/>
        </p:nvSpPr>
        <p:spPr>
          <a:xfrm xmlns:a="http://schemas.openxmlformats.org/drawingml/2006/main">
            <a:off x="950976" y="4572000"/>
            <a:ext cx="347472"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03</a:t>
            </a:r>
          </a:p>
        </p:txBody>
      </p:sp>
      <p:sp>
        <p:nvSpPr>
          <p:cNvPr id="30" name="TextBox 29">
            <a:extLst xmlns:a="http://schemas.openxmlformats.org/drawingml/2006/main">
              <a:ext uri="{FF2B5EF4-FFF2-40B4-BE49-F238E27FC236}">
                <a16:creationId xmlns:a16="http://schemas.microsoft.com/office/drawing/2014/main" id="{1A812CC0-B62B-4E39-AA76-0032F1C68E06}"/>
              </a:ext>
            </a:extLst>
          </p:cNvPr>
          <p:cNvSpPr>
            <a:spLocks xmlns:a="http://schemas.openxmlformats.org/drawingml/2006/main" noGrp="1"/>
          </p:cNvSpPr>
          <p:nvPr/>
        </p:nvSpPr>
        <p:spPr>
          <a:xfrm xmlns:a="http://schemas.openxmlformats.org/drawingml/2006/main">
            <a:off x="1527048" y="4361688"/>
            <a:ext cx="4160520" cy="2468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1">
                <a:solidFill>
                  <a:srgbClr val="07275C"/>
                </a:solidFill>
                <a:latin typeface="Arial"/>
                <a:ea typeface="Arial"/>
                <a:cs typeface="Arial"/>
              </a:rPr>
              <a:t>Mua hàng thuận tiện</a:t>
            </a:r>
          </a:p>
        </p:txBody>
      </p:sp>
      <p:sp>
        <p:nvSpPr>
          <p:cNvPr id="31" name="TextBox 30">
            <a:extLst xmlns:a="http://schemas.openxmlformats.org/drawingml/2006/main">
              <a:ext uri="{FF2B5EF4-FFF2-40B4-BE49-F238E27FC236}">
                <a16:creationId xmlns:a16="http://schemas.microsoft.com/office/drawing/2014/main" id="{47CCC8CA-1CE6-410E-94BC-75CE6D539DAE}"/>
              </a:ext>
            </a:extLst>
          </p:cNvPr>
          <p:cNvSpPr>
            <a:spLocks xmlns:a="http://schemas.openxmlformats.org/drawingml/2006/main" noGrp="1"/>
          </p:cNvSpPr>
          <p:nvPr/>
        </p:nvSpPr>
        <p:spPr>
          <a:xfrm xmlns:a="http://schemas.openxmlformats.org/drawingml/2006/main">
            <a:off x="1527048" y="4654296"/>
            <a:ext cx="4160520" cy="4480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19" b="0">
                <a:solidFill>
                  <a:srgbClr val="54657D"/>
                </a:solidFill>
                <a:latin typeface="Arial"/>
                <a:ea typeface="Arial"/>
                <a:cs typeface="Arial"/>
              </a:rPr>
              <a:t>Xây dựng giỏ hàng và quy trình đặt hàng đơn giản, nhanh chóng, dễ theo dõi.</a:t>
            </a:r>
          </a:p>
        </p:txBody>
      </p:sp>
      <p:sp>
        <p:nvSpPr>
          <p:cNvPr id="32" name="Rounded Rectangle 31">
            <a:extLst xmlns:a="http://schemas.openxmlformats.org/drawingml/2006/main">
              <a:ext uri="{FF2B5EF4-FFF2-40B4-BE49-F238E27FC236}">
                <a16:creationId xmlns:a16="http://schemas.microsoft.com/office/drawing/2014/main" id="{C22B2442-DC9E-4AD5-BF6A-A513176CB2F3}"/>
              </a:ext>
            </a:extLst>
          </p:cNvPr>
          <p:cNvSpPr>
            <a:spLocks xmlns:a="http://schemas.openxmlformats.org/drawingml/2006/main" noGrp="1"/>
          </p:cNvSpPr>
          <p:nvPr/>
        </p:nvSpPr>
        <p:spPr>
          <a:xfrm xmlns:a="http://schemas.openxmlformats.org/drawingml/2006/main">
            <a:off x="6199632" y="4160520"/>
            <a:ext cx="5321808" cy="1143000"/>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Oval 32">
            <a:extLst xmlns:a="http://schemas.openxmlformats.org/drawingml/2006/main">
              <a:ext uri="{FF2B5EF4-FFF2-40B4-BE49-F238E27FC236}">
                <a16:creationId xmlns:a16="http://schemas.microsoft.com/office/drawing/2014/main" id="{7098D2FB-B296-422A-B8E7-B2EA44F15050}"/>
              </a:ext>
            </a:extLst>
          </p:cNvPr>
          <p:cNvSpPr>
            <a:spLocks xmlns:a="http://schemas.openxmlformats.org/drawingml/2006/main" noGrp="1"/>
          </p:cNvSpPr>
          <p:nvPr/>
        </p:nvSpPr>
        <p:spPr>
          <a:xfrm xmlns:a="http://schemas.openxmlformats.org/drawingml/2006/main">
            <a:off x="6391656" y="4480560"/>
            <a:ext cx="493776" cy="493776"/>
          </a:xfrm>
          <a:prstGeom xmlns:a="http://schemas.openxmlformats.org/drawingml/2006/main" prst="ellipse">
            <a:avLst/>
          </a:prstGeom>
          <a:solidFill xmlns:a="http://schemas.openxmlformats.org/drawingml/2006/main">
            <a:srgbClr val="1A69E1"/>
          </a:solidFill>
          <a:ln xmlns:a="http://schemas.openxmlformats.org/drawingml/2006/main" w="2540">
            <a:solidFill>
              <a:srgbClr val="1A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79534134-BE0D-4936-8C75-2F3D71C208D8}"/>
              </a:ext>
            </a:extLst>
          </p:cNvPr>
          <p:cNvSpPr>
            <a:spLocks xmlns:a="http://schemas.openxmlformats.org/drawingml/2006/main" noGrp="1"/>
          </p:cNvSpPr>
          <p:nvPr/>
        </p:nvSpPr>
        <p:spPr>
          <a:xfrm xmlns:a="http://schemas.openxmlformats.org/drawingml/2006/main">
            <a:off x="6464808" y="4572000"/>
            <a:ext cx="347472"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04</a:t>
            </a:r>
          </a:p>
        </p:txBody>
      </p:sp>
      <p:sp>
        <p:nvSpPr>
          <p:cNvPr id="35" name="TextBox 34">
            <a:extLst xmlns:a="http://schemas.openxmlformats.org/drawingml/2006/main">
              <a:ext uri="{FF2B5EF4-FFF2-40B4-BE49-F238E27FC236}">
                <a16:creationId xmlns:a16="http://schemas.microsoft.com/office/drawing/2014/main" id="{01561FE8-DE9C-4454-9A83-9D2B6E022DA2}"/>
              </a:ext>
            </a:extLst>
          </p:cNvPr>
          <p:cNvSpPr>
            <a:spLocks xmlns:a="http://schemas.openxmlformats.org/drawingml/2006/main" noGrp="1"/>
          </p:cNvSpPr>
          <p:nvPr/>
        </p:nvSpPr>
        <p:spPr>
          <a:xfrm xmlns:a="http://schemas.openxmlformats.org/drawingml/2006/main">
            <a:off x="7040880" y="4361688"/>
            <a:ext cx="4160520" cy="2468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1">
                <a:solidFill>
                  <a:srgbClr val="07275C"/>
                </a:solidFill>
                <a:latin typeface="Arial"/>
                <a:ea typeface="Arial"/>
                <a:cs typeface="Arial"/>
              </a:rPr>
              <a:t>Quản trị hiệu quả</a:t>
            </a:r>
          </a:p>
        </p:txBody>
      </p:sp>
      <p:sp>
        <p:nvSpPr>
          <p:cNvPr id="36" name="TextBox 35">
            <a:extLst xmlns:a="http://schemas.openxmlformats.org/drawingml/2006/main">
              <a:ext uri="{FF2B5EF4-FFF2-40B4-BE49-F238E27FC236}">
                <a16:creationId xmlns:a16="http://schemas.microsoft.com/office/drawing/2014/main" id="{1226A5EC-3AE5-43F3-928A-6AE153A3DC49}"/>
              </a:ext>
            </a:extLst>
          </p:cNvPr>
          <p:cNvSpPr>
            <a:spLocks xmlns:a="http://schemas.openxmlformats.org/drawingml/2006/main" noGrp="1"/>
          </p:cNvSpPr>
          <p:nvPr/>
        </p:nvSpPr>
        <p:spPr>
          <a:xfrm xmlns:a="http://schemas.openxmlformats.org/drawingml/2006/main">
            <a:off x="7040880" y="4654296"/>
            <a:ext cx="4160520" cy="4480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19" b="0">
                <a:solidFill>
                  <a:srgbClr val="54657D"/>
                </a:solidFill>
                <a:latin typeface="Arial"/>
                <a:ea typeface="Arial"/>
                <a:cs typeface="Arial"/>
              </a:rPr>
              <a:t>Hỗ trợ quản lý sản phẩm, đơn hàng, khách hàng và nội dung website thuận tiện.</a:t>
            </a:r>
          </a:p>
        </p:txBody>
      </p:sp>
      <p:sp>
        <p:nvSpPr>
          <p:cNvPr id="37" name="Rounded Rectangle 36">
            <a:extLst xmlns:a="http://schemas.openxmlformats.org/drawingml/2006/main">
              <a:ext uri="{FF2B5EF4-FFF2-40B4-BE49-F238E27FC236}">
                <a16:creationId xmlns:a16="http://schemas.microsoft.com/office/drawing/2014/main" id="{E08EF3A0-7F22-4EE0-95C3-82813E27E814}"/>
              </a:ext>
            </a:extLst>
          </p:cNvPr>
          <p:cNvSpPr>
            <a:spLocks xmlns:a="http://schemas.openxmlformats.org/drawingml/2006/main" noGrp="1"/>
          </p:cNvSpPr>
          <p:nvPr/>
        </p:nvSpPr>
        <p:spPr>
          <a:xfrm xmlns:a="http://schemas.openxmlformats.org/drawingml/2006/main">
            <a:off x="685800" y="5577840"/>
            <a:ext cx="10835640" cy="566928"/>
          </a:xfrm>
          <a:prstGeom xmlns:a="http://schemas.openxmlformats.org/drawingml/2006/main" prst="roundRect">
            <a:avLst/>
          </a:prstGeom>
          <a:solidFill xmlns:a="http://schemas.openxmlformats.org/drawingml/2006/main">
            <a:srgbClr val="E8F5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726FD544-FFBF-4464-9309-9811F0EECD61}"/>
              </a:ext>
            </a:extLst>
          </p:cNvPr>
          <p:cNvSpPr>
            <a:spLocks xmlns:a="http://schemas.openxmlformats.org/drawingml/2006/main" noGrp="1"/>
          </p:cNvSpPr>
          <p:nvPr/>
        </p:nvSpPr>
        <p:spPr>
          <a:xfrm xmlns:a="http://schemas.openxmlformats.org/drawingml/2006/main">
            <a:off x="941832" y="5678424"/>
            <a:ext cx="1645920" cy="182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00" b="1">
                <a:solidFill>
                  <a:srgbClr val="1A69E1"/>
                </a:solidFill>
                <a:latin typeface="Arial"/>
                <a:ea typeface="Arial"/>
                <a:cs typeface="Arial"/>
              </a:rPr>
              <a:t>KẾT QUẢ HƯỚNG TỚI</a:t>
            </a:r>
          </a:p>
        </p:txBody>
      </p:sp>
      <p:sp>
        <p:nvSpPr>
          <p:cNvPr id="39" name="TextBox 38">
            <a:extLst xmlns:a="http://schemas.openxmlformats.org/drawingml/2006/main">
              <a:ext uri="{FF2B5EF4-FFF2-40B4-BE49-F238E27FC236}">
                <a16:creationId xmlns:a16="http://schemas.microsoft.com/office/drawing/2014/main" id="{9F28E2F8-18AA-4CC7-A526-1C3CCD296643}"/>
              </a:ext>
            </a:extLst>
          </p:cNvPr>
          <p:cNvSpPr>
            <a:spLocks xmlns:a="http://schemas.openxmlformats.org/drawingml/2006/main" noGrp="1"/>
          </p:cNvSpPr>
          <p:nvPr/>
        </p:nvSpPr>
        <p:spPr>
          <a:xfrm xmlns:a="http://schemas.openxmlformats.org/drawingml/2006/main">
            <a:off x="2587752" y="5623560"/>
            <a:ext cx="8549640" cy="29260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19" b="1">
                <a:solidFill>
                  <a:srgbClr val="07275C"/>
                </a:solidFill>
                <a:latin typeface="Arial"/>
                <a:ea typeface="Arial"/>
                <a:cs typeface="Arial"/>
              </a:rPr>
              <a:t>Website ổn định  •  Giao diện dễ dùng  •  Thông tin minh bạch  •  Quy trình mua hàng thuận tiện</a:t>
            </a:r>
          </a:p>
        </p:txBody>
      </p:sp>
      <p:sp>
        <p:nvSpPr>
          <p:cNvPr id="40" name="Connector 39">
            <a:extLst xmlns:a="http://schemas.openxmlformats.org/drawingml/2006/main">
              <a:ext uri="{FF2B5EF4-FFF2-40B4-BE49-F238E27FC236}">
                <a16:creationId xmlns:a16="http://schemas.microsoft.com/office/drawing/2014/main" id="{15D3C92D-8B3C-4808-9FD4-07D55C0768CD}"/>
              </a:ext>
            </a:extLst>
          </p:cNvPr>
          <p:cNvSpPr>
            <a:spLocks xmlns:a="http://schemas.openxmlformats.org/drawingml/2006/main" noGrp="1"/>
          </p:cNvSpPr>
          <p:nvPr/>
        </p:nvSpPr>
        <p:spPr>
          <a:xfrm xmlns:a="http://schemas.openxmlformats.org/drawingml/2006/main">
            <a:off x="685800" y="6382512"/>
            <a:ext cx="10835640" cy="0"/>
          </a:xfrm>
          <a:prstGeom xmlns:a="http://schemas.openxmlformats.org/drawingml/2006/main" prst="line">
            <a:avLst/>
          </a:prstGeom>
          <a:ln xmlns:a="http://schemas.openxmlformats.org/drawingml/2006/main" w="12700">
            <a:solidFill>
              <a:srgbClr val="CDDEE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TextBox 40">
            <a:extLst xmlns:a="http://schemas.openxmlformats.org/drawingml/2006/main">
              <a:ext uri="{FF2B5EF4-FFF2-40B4-BE49-F238E27FC236}">
                <a16:creationId xmlns:a16="http://schemas.microsoft.com/office/drawing/2014/main" id="{6BA2251C-A3B7-4754-A764-E45926BE5695}"/>
              </a:ext>
            </a:extLst>
          </p:cNvPr>
          <p:cNvSpPr>
            <a:spLocks xmlns:a="http://schemas.openxmlformats.org/drawingml/2006/main" noGrp="1"/>
          </p:cNvSpPr>
          <p:nvPr/>
        </p:nvSpPr>
        <p:spPr>
          <a:xfrm xmlns:a="http://schemas.openxmlformats.org/drawingml/2006/main">
            <a:off x="685800" y="6473952"/>
            <a:ext cx="2743200"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00" b="0">
                <a:solidFill>
                  <a:srgbClr val="54657D"/>
                </a:solidFill>
                <a:latin typeface="Arial"/>
                <a:ea typeface="Arial"/>
                <a:cs typeface="Arial"/>
              </a:rPr>
              <a:t>WEBSITE LAPTOP &amp; ACCESSORIES</a:t>
            </a:r>
          </a:p>
        </p:txBody>
      </p:sp>
      <p:pic>
        <p:nvPicPr>
          <p:cNvPr id="83" name="Picture 42"/>
          <p:cNvPicPr>
            <a:picLocks xmlns:a="http://schemas.openxmlformats.org/drawingml/2006/main" noChangeAspect="1"/>
          </p:cNvPicPr>
          <p:nvPr/>
        </p:nvPicPr>
        <p:blipFill>
          <a:blip xmlns:r="http://schemas.openxmlformats.org/officeDocument/2006/relationships" xmlns:a="http://schemas.openxmlformats.org/drawingml/2006/main" r:embed="R694167d113d14b7f"/>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23514163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5FAF6D3C-A413-4490-8CAC-DA1E57FF20E0}"/>
              </a:ext>
            </a:extLst>
          </p:cNvPr>
          <p:cNvSpPr>
            <a:spLocks xmlns:a="http://schemas.openxmlformats.org/drawingml/2006/main" noGrp="1"/>
          </p:cNvSpPr>
          <p:nvPr/>
        </p:nvSpPr>
        <p:spPr>
          <a:xfrm xmlns:a="http://schemas.openxmlformats.org/drawingml/2006/main">
            <a:off x="292607" y="182879"/>
            <a:ext cx="694944" cy="694944"/>
          </a:xfrm>
          <a:prstGeom xmlns:a="http://schemas.openxmlformats.org/drawingml/2006/main" prst="ellipse">
            <a:avLst/>
          </a:prstGeom>
          <a:solidFill xmlns:a="http://schemas.openxmlformats.org/drawingml/2006/main">
            <a:srgbClr val="E7F4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6689E716-CCC8-4830-9487-B011540C4695}"/>
              </a:ext>
            </a:extLst>
          </p:cNvPr>
          <p:cNvSpPr>
            <a:spLocks xmlns:a="http://schemas.openxmlformats.org/drawingml/2006/main" noGrp="1"/>
          </p:cNvSpPr>
          <p:nvPr/>
        </p:nvSpPr>
        <p:spPr>
          <a:xfrm xmlns:a="http://schemas.openxmlformats.org/drawingml/2006/main">
            <a:off x="347472" y="320040"/>
            <a:ext cx="585216" cy="40233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400" b="1">
                <a:solidFill>
                  <a:srgbClr val="1969E1"/>
                </a:solidFill>
                <a:latin typeface="Arial"/>
                <a:ea typeface="Arial"/>
                <a:cs typeface="Arial"/>
              </a:rPr>
              <a:t>02</a:t>
            </a:r>
          </a:p>
        </p:txBody>
      </p:sp>
      <p:sp>
        <p:nvSpPr>
          <p:cNvPr id="4" name="TextBox 3">
            <a:extLst xmlns:a="http://schemas.openxmlformats.org/drawingml/2006/main">
              <a:ext uri="{FF2B5EF4-FFF2-40B4-BE49-F238E27FC236}">
                <a16:creationId xmlns:a16="http://schemas.microsoft.com/office/drawing/2014/main" id="{E3A06A5A-F73F-40E8-8DF7-577DF6B24A3D}"/>
              </a:ext>
            </a:extLst>
          </p:cNvPr>
          <p:cNvSpPr>
            <a:spLocks xmlns:a="http://schemas.openxmlformats.org/drawingml/2006/main" noGrp="1"/>
          </p:cNvSpPr>
          <p:nvPr/>
        </p:nvSpPr>
        <p:spPr>
          <a:xfrm xmlns:a="http://schemas.openxmlformats.org/drawingml/2006/main">
            <a:off x="1325880" y="164592"/>
            <a:ext cx="274320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0">
                <a:solidFill>
                  <a:srgbClr val="1969E1"/>
                </a:solidFill>
                <a:latin typeface="Arial"/>
                <a:ea typeface="Arial"/>
                <a:cs typeface="Arial"/>
              </a:rPr>
              <a:t>MỤC TIÊU DỰ ÁN</a:t>
            </a:r>
          </a:p>
        </p:txBody>
      </p:sp>
      <p:sp>
        <p:nvSpPr>
          <p:cNvPr id="5" name="TextBox 4">
            <a:extLst xmlns:a="http://schemas.openxmlformats.org/drawingml/2006/main">
              <a:ext uri="{FF2B5EF4-FFF2-40B4-BE49-F238E27FC236}">
                <a16:creationId xmlns:a16="http://schemas.microsoft.com/office/drawing/2014/main" id="{D05D095C-CBF3-4BC0-8211-3CBDABAA2309}"/>
              </a:ext>
            </a:extLst>
          </p:cNvPr>
          <p:cNvSpPr>
            <a:spLocks xmlns:a="http://schemas.openxmlformats.org/drawingml/2006/main" noGrp="1"/>
          </p:cNvSpPr>
          <p:nvPr/>
        </p:nvSpPr>
        <p:spPr>
          <a:xfrm xmlns:a="http://schemas.openxmlformats.org/drawingml/2006/main">
            <a:off x="1325880" y="429768"/>
            <a:ext cx="89611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2300" b="1">
                <a:solidFill>
                  <a:srgbClr val="07275C"/>
                </a:solidFill>
                <a:latin typeface="Arial"/>
                <a:ea typeface="Arial"/>
                <a:cs typeface="Arial"/>
              </a:rPr>
              <a:t>Đáp ứng nhu cầu người dùng &amp; tối ưu trải nghiệm mua sắm</a:t>
            </a:r>
          </a:p>
        </p:txBody>
      </p:sp>
      <p:sp>
        <p:nvSpPr>
          <p:cNvPr id="6" name="TextBox 5">
            <a:extLst xmlns:a="http://schemas.openxmlformats.org/drawingml/2006/main">
              <a:ext uri="{FF2B5EF4-FFF2-40B4-BE49-F238E27FC236}">
                <a16:creationId xmlns:a16="http://schemas.microsoft.com/office/drawing/2014/main" id="{1054780A-B0FA-4ED7-BCD9-9DB006CEB473}"/>
              </a:ext>
            </a:extLst>
          </p:cNvPr>
          <p:cNvSpPr>
            <a:spLocks xmlns:a="http://schemas.openxmlformats.org/drawingml/2006/main" noGrp="1"/>
          </p:cNvSpPr>
          <p:nvPr/>
        </p:nvSpPr>
        <p:spPr>
          <a:xfrm xmlns:a="http://schemas.openxmlformats.org/drawingml/2006/main">
            <a:off x="1325880" y="859536"/>
            <a:ext cx="7680960"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0">
                <a:solidFill>
                  <a:srgbClr val="54657D"/>
                </a:solidFill>
                <a:latin typeface="Arial"/>
                <a:ea typeface="Arial"/>
                <a:cs typeface="Arial"/>
              </a:rPr>
              <a:t>Bốn định hướng trọng tâm của website bán laptop &amp; phụ kiện</a:t>
            </a:r>
          </a:p>
        </p:txBody>
      </p:sp>
      <p:sp>
        <p:nvSpPr>
          <p:cNvPr id="7" name="Connector 6">
            <a:extLst xmlns:a="http://schemas.openxmlformats.org/drawingml/2006/main">
              <a:ext uri="{FF2B5EF4-FFF2-40B4-BE49-F238E27FC236}">
                <a16:creationId xmlns:a16="http://schemas.microsoft.com/office/drawing/2014/main" id="{8709EF8A-F4BC-40A2-8972-28276F7D0C50}"/>
              </a:ext>
            </a:extLst>
          </p:cNvPr>
          <p:cNvSpPr>
            <a:spLocks xmlns:a="http://schemas.openxmlformats.org/drawingml/2006/main" noGrp="1"/>
          </p:cNvSpPr>
          <p:nvPr/>
        </p:nvSpPr>
        <p:spPr>
          <a:xfrm xmlns:a="http://schemas.openxmlformats.org/drawingml/2006/main">
            <a:off x="9601200" y="621792"/>
            <a:ext cx="868680" cy="0"/>
          </a:xfrm>
          <a:prstGeom xmlns:a="http://schemas.openxmlformats.org/drawingml/2006/main" prst="line">
            <a:avLst/>
          </a:prstGeom>
          <a:ln xmlns:a="http://schemas.openxmlformats.org/drawingml/2006/main" w="12700">
            <a:solidFill>
              <a:srgbClr val="6EA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Oval 7">
            <a:extLst xmlns:a="http://schemas.openxmlformats.org/drawingml/2006/main">
              <a:ext uri="{FF2B5EF4-FFF2-40B4-BE49-F238E27FC236}">
                <a16:creationId xmlns:a16="http://schemas.microsoft.com/office/drawing/2014/main" id="{FD1044E1-81A4-4888-9FC1-53AB0389FB63}"/>
              </a:ext>
            </a:extLst>
          </p:cNvPr>
          <p:cNvSpPr>
            <a:spLocks xmlns:a="http://schemas.openxmlformats.org/drawingml/2006/main" noGrp="1"/>
          </p:cNvSpPr>
          <p:nvPr/>
        </p:nvSpPr>
        <p:spPr>
          <a:xfrm xmlns:a="http://schemas.openxmlformats.org/drawingml/2006/main">
            <a:off x="10437876" y="589788"/>
            <a:ext cx="64008" cy="64008"/>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Connector 8">
            <a:extLst xmlns:a="http://schemas.openxmlformats.org/drawingml/2006/main">
              <a:ext uri="{FF2B5EF4-FFF2-40B4-BE49-F238E27FC236}">
                <a16:creationId xmlns:a16="http://schemas.microsoft.com/office/drawing/2014/main" id="{86A306AF-9770-44B8-BC0D-9F2CE718455E}"/>
              </a:ext>
            </a:extLst>
          </p:cNvPr>
          <p:cNvSpPr>
            <a:spLocks xmlns:a="http://schemas.openxmlformats.org/drawingml/2006/main" noGrp="1"/>
          </p:cNvSpPr>
          <p:nvPr/>
        </p:nvSpPr>
        <p:spPr>
          <a:xfrm xmlns:a="http://schemas.openxmlformats.org/drawingml/2006/main" flipV="1">
            <a:off x="10497312" y="365760"/>
            <a:ext cx="521208" cy="256032"/>
          </a:xfrm>
          <a:prstGeom xmlns:a="http://schemas.openxmlformats.org/drawingml/2006/main" prst="line">
            <a:avLst/>
          </a:prstGeom>
          <a:ln xmlns:a="http://schemas.openxmlformats.org/drawingml/2006/main" w="12700">
            <a:solidFill>
              <a:srgbClr val="6EA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Oval 9">
            <a:extLst xmlns:a="http://schemas.openxmlformats.org/drawingml/2006/main">
              <a:ext uri="{FF2B5EF4-FFF2-40B4-BE49-F238E27FC236}">
                <a16:creationId xmlns:a16="http://schemas.microsoft.com/office/drawing/2014/main" id="{F08E0ADB-99DE-4515-A36A-BFE684CF7FC4}"/>
              </a:ext>
            </a:extLst>
          </p:cNvPr>
          <p:cNvSpPr>
            <a:spLocks xmlns:a="http://schemas.openxmlformats.org/drawingml/2006/main" noGrp="1"/>
          </p:cNvSpPr>
          <p:nvPr/>
        </p:nvSpPr>
        <p:spPr>
          <a:xfrm xmlns:a="http://schemas.openxmlformats.org/drawingml/2006/main">
            <a:off x="10981944" y="329184"/>
            <a:ext cx="73152" cy="73152"/>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ounded Rectangle 10">
            <a:extLst xmlns:a="http://schemas.openxmlformats.org/drawingml/2006/main">
              <a:ext uri="{FF2B5EF4-FFF2-40B4-BE49-F238E27FC236}">
                <a16:creationId xmlns:a16="http://schemas.microsoft.com/office/drawing/2014/main" id="{CFB23BFF-B5AA-47C9-947D-9BA0533A2001}"/>
              </a:ext>
            </a:extLst>
          </p:cNvPr>
          <p:cNvSpPr>
            <a:spLocks xmlns:a="http://schemas.openxmlformats.org/drawingml/2006/main" noGrp="1"/>
          </p:cNvSpPr>
          <p:nvPr/>
        </p:nvSpPr>
        <p:spPr>
          <a:xfrm xmlns:a="http://schemas.openxmlformats.org/drawingml/2006/main">
            <a:off x="685800" y="1417320"/>
            <a:ext cx="5303520" cy="1874519"/>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2167ED80-4C94-4A96-98F5-EE3350CA051E}"/>
              </a:ext>
            </a:extLst>
          </p:cNvPr>
          <p:cNvSpPr>
            <a:spLocks xmlns:a="http://schemas.openxmlformats.org/drawingml/2006/main" noGrp="1"/>
          </p:cNvSpPr>
          <p:nvPr/>
        </p:nvSpPr>
        <p:spPr>
          <a:xfrm xmlns:a="http://schemas.openxmlformats.org/drawingml/2006/main">
            <a:off x="850392" y="1600200"/>
            <a:ext cx="841248" cy="1508760"/>
          </a:xfrm>
          <a:prstGeom xmlns:a="http://schemas.openxmlformats.org/drawingml/2006/main" prst="roundRect">
            <a:avLst/>
          </a:prstGeom>
          <a:solidFill xmlns:a="http://schemas.openxmlformats.org/drawingml/2006/main">
            <a:srgbClr val="E7F4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0753C01-73EE-4F59-878B-EDF24063C6DB}"/>
              </a:ext>
            </a:extLst>
          </p:cNvPr>
          <p:cNvSpPr>
            <a:spLocks xmlns:a="http://schemas.openxmlformats.org/drawingml/2006/main" noGrp="1"/>
          </p:cNvSpPr>
          <p:nvPr/>
        </p:nvSpPr>
        <p:spPr>
          <a:xfrm xmlns:a="http://schemas.openxmlformats.org/drawingml/2006/main">
            <a:off x="905256" y="1801368"/>
            <a:ext cx="7315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1969E1"/>
                </a:solidFill>
                <a:latin typeface="Arial"/>
                <a:ea typeface="Arial"/>
                <a:cs typeface="Arial"/>
              </a:rPr>
              <a:t>01</a:t>
            </a:r>
          </a:p>
        </p:txBody>
      </p:sp>
      <p:sp>
        <p:nvSpPr>
          <p:cNvPr id="14" name="TextBox 13">
            <a:extLst xmlns:a="http://schemas.openxmlformats.org/drawingml/2006/main">
              <a:ext uri="{FF2B5EF4-FFF2-40B4-BE49-F238E27FC236}">
                <a16:creationId xmlns:a16="http://schemas.microsoft.com/office/drawing/2014/main" id="{9B996842-6AD4-489F-8027-1C43E9F2CCDA}"/>
              </a:ext>
            </a:extLst>
          </p:cNvPr>
          <p:cNvSpPr>
            <a:spLocks xmlns:a="http://schemas.openxmlformats.org/drawingml/2006/main" noGrp="1"/>
          </p:cNvSpPr>
          <p:nvPr/>
        </p:nvSpPr>
        <p:spPr>
          <a:xfrm xmlns:a="http://schemas.openxmlformats.org/drawingml/2006/main">
            <a:off x="1920240" y="1673352"/>
            <a:ext cx="352044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7275C"/>
                </a:solidFill>
                <a:latin typeface="Arial"/>
                <a:ea typeface="Arial"/>
                <a:cs typeface="Arial"/>
              </a:rPr>
              <a:t>Giao diện thân thiện</a:t>
            </a:r>
          </a:p>
        </p:txBody>
      </p:sp>
      <p:sp>
        <p:nvSpPr>
          <p:cNvPr id="15" name="TextBox 14">
            <a:extLst xmlns:a="http://schemas.openxmlformats.org/drawingml/2006/main">
              <a:ext uri="{FF2B5EF4-FFF2-40B4-BE49-F238E27FC236}">
                <a16:creationId xmlns:a16="http://schemas.microsoft.com/office/drawing/2014/main" id="{0D357C4B-BDF7-42D8-B10B-283E063ED2B0}"/>
              </a:ext>
            </a:extLst>
          </p:cNvPr>
          <p:cNvSpPr>
            <a:spLocks xmlns:a="http://schemas.openxmlformats.org/drawingml/2006/main" noGrp="1"/>
          </p:cNvSpPr>
          <p:nvPr/>
        </p:nvSpPr>
        <p:spPr>
          <a:xfrm xmlns:a="http://schemas.openxmlformats.org/drawingml/2006/main">
            <a:off x="1920240" y="2002536"/>
            <a:ext cx="361188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1969E1"/>
                </a:solidFill>
                <a:latin typeface="Arial"/>
                <a:ea typeface="Arial"/>
                <a:cs typeface="Arial"/>
              </a:rPr>
              <a:t>Dễ sử dụng &amp; đa thiết bị</a:t>
            </a:r>
          </a:p>
        </p:txBody>
      </p:sp>
      <p:sp>
        <p:nvSpPr>
          <p:cNvPr id="16" name="TextBox 15">
            <a:extLst xmlns:a="http://schemas.openxmlformats.org/drawingml/2006/main">
              <a:ext uri="{FF2B5EF4-FFF2-40B4-BE49-F238E27FC236}">
                <a16:creationId xmlns:a16="http://schemas.microsoft.com/office/drawing/2014/main" id="{928EBF34-FCBC-4E8B-9A92-ECC0617B6679}"/>
              </a:ext>
            </a:extLst>
          </p:cNvPr>
          <p:cNvSpPr>
            <a:spLocks xmlns:a="http://schemas.openxmlformats.org/drawingml/2006/main" noGrp="1"/>
          </p:cNvSpPr>
          <p:nvPr/>
        </p:nvSpPr>
        <p:spPr>
          <a:xfrm xmlns:a="http://schemas.openxmlformats.org/drawingml/2006/main">
            <a:off x="1920240" y="2331720"/>
            <a:ext cx="3611880" cy="6400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0">
                <a:solidFill>
                  <a:srgbClr val="54657D"/>
                </a:solidFill>
                <a:latin typeface="Arial"/>
                <a:ea typeface="Arial"/>
                <a:cs typeface="Arial"/>
              </a:rPr>
              <a:t>Thiết kế bố cục trực quan, thao tác đơn giản và hiển thị tốt trên máy tính, tablet, điện thoại.</a:t>
            </a:r>
          </a:p>
        </p:txBody>
      </p:sp>
      <p:sp>
        <p:nvSpPr>
          <p:cNvPr id="17" name="Oval 16">
            <a:extLst xmlns:a="http://schemas.openxmlformats.org/drawingml/2006/main">
              <a:ext uri="{FF2B5EF4-FFF2-40B4-BE49-F238E27FC236}">
                <a16:creationId xmlns:a16="http://schemas.microsoft.com/office/drawing/2014/main" id="{5E92730B-0528-426B-BFBA-496030DDF39D}"/>
              </a:ext>
            </a:extLst>
          </p:cNvPr>
          <p:cNvSpPr>
            <a:spLocks xmlns:a="http://schemas.openxmlformats.org/drawingml/2006/main" noGrp="1"/>
          </p:cNvSpPr>
          <p:nvPr/>
        </p:nvSpPr>
        <p:spPr>
          <a:xfrm xmlns:a="http://schemas.openxmlformats.org/drawingml/2006/main">
            <a:off x="5413248" y="1682495"/>
            <a:ext cx="237744" cy="237744"/>
          </a:xfrm>
          <a:prstGeom xmlns:a="http://schemas.openxmlformats.org/drawingml/2006/main" prst="ellipse">
            <a:avLst/>
          </a:prstGeom>
          <a:solidFill xmlns:a="http://schemas.openxmlformats.org/drawingml/2006/main">
            <a:srgbClr val="E7F4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AED689AE-610E-49B4-9FE7-5D4FD80BAF7E}"/>
              </a:ext>
            </a:extLst>
          </p:cNvPr>
          <p:cNvSpPr>
            <a:spLocks xmlns:a="http://schemas.openxmlformats.org/drawingml/2006/main" noGrp="1"/>
          </p:cNvSpPr>
          <p:nvPr/>
        </p:nvSpPr>
        <p:spPr>
          <a:xfrm xmlns:a="http://schemas.openxmlformats.org/drawingml/2006/main">
            <a:off x="5422392" y="1691640"/>
            <a:ext cx="219456"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900" b="1">
                <a:solidFill>
                  <a:srgbClr val="239B6E"/>
                </a:solidFill>
                <a:latin typeface="Arial"/>
                <a:ea typeface="Arial"/>
                <a:cs typeface="Arial"/>
              </a:rPr>
              <a:t>✓</a:t>
            </a:r>
          </a:p>
        </p:txBody>
      </p:sp>
      <p:sp>
        <p:nvSpPr>
          <p:cNvPr id="19" name="Rounded Rectangle 18">
            <a:extLst xmlns:a="http://schemas.openxmlformats.org/drawingml/2006/main">
              <a:ext uri="{FF2B5EF4-FFF2-40B4-BE49-F238E27FC236}">
                <a16:creationId xmlns:a16="http://schemas.microsoft.com/office/drawing/2014/main" id="{94DF83D0-949C-4740-8F54-2BAB3F2B7010}"/>
              </a:ext>
            </a:extLst>
          </p:cNvPr>
          <p:cNvSpPr>
            <a:spLocks xmlns:a="http://schemas.openxmlformats.org/drawingml/2006/main" noGrp="1"/>
          </p:cNvSpPr>
          <p:nvPr/>
        </p:nvSpPr>
        <p:spPr>
          <a:xfrm xmlns:a="http://schemas.openxmlformats.org/drawingml/2006/main">
            <a:off x="6172200" y="1417320"/>
            <a:ext cx="5303520" cy="1874519"/>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ounded Rectangle 19">
            <a:extLst xmlns:a="http://schemas.openxmlformats.org/drawingml/2006/main">
              <a:ext uri="{FF2B5EF4-FFF2-40B4-BE49-F238E27FC236}">
                <a16:creationId xmlns:a16="http://schemas.microsoft.com/office/drawing/2014/main" id="{3763AFF8-DE34-4988-A9A4-638BDA66DF7D}"/>
              </a:ext>
            </a:extLst>
          </p:cNvPr>
          <p:cNvSpPr>
            <a:spLocks xmlns:a="http://schemas.openxmlformats.org/drawingml/2006/main" noGrp="1"/>
          </p:cNvSpPr>
          <p:nvPr/>
        </p:nvSpPr>
        <p:spPr>
          <a:xfrm xmlns:a="http://schemas.openxmlformats.org/drawingml/2006/main">
            <a:off x="6336792" y="1600200"/>
            <a:ext cx="841248" cy="1508760"/>
          </a:xfrm>
          <a:prstGeom xmlns:a="http://schemas.openxmlformats.org/drawingml/2006/main" prst="roundRect">
            <a:avLst/>
          </a:prstGeom>
          <a:solidFill xmlns:a="http://schemas.openxmlformats.org/drawingml/2006/main">
            <a:srgbClr val="E7F4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5193B0C-592C-4C86-B57F-B7929137F56D}"/>
              </a:ext>
            </a:extLst>
          </p:cNvPr>
          <p:cNvSpPr>
            <a:spLocks xmlns:a="http://schemas.openxmlformats.org/drawingml/2006/main" noGrp="1"/>
          </p:cNvSpPr>
          <p:nvPr/>
        </p:nvSpPr>
        <p:spPr>
          <a:xfrm xmlns:a="http://schemas.openxmlformats.org/drawingml/2006/main">
            <a:off x="6391656" y="1801368"/>
            <a:ext cx="7315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1969E1"/>
                </a:solidFill>
                <a:latin typeface="Arial"/>
                <a:ea typeface="Arial"/>
                <a:cs typeface="Arial"/>
              </a:rPr>
              <a:t>02</a:t>
            </a:r>
          </a:p>
        </p:txBody>
      </p:sp>
      <p:sp>
        <p:nvSpPr>
          <p:cNvPr id="22" name="TextBox 21">
            <a:extLst xmlns:a="http://schemas.openxmlformats.org/drawingml/2006/main">
              <a:ext uri="{FF2B5EF4-FFF2-40B4-BE49-F238E27FC236}">
                <a16:creationId xmlns:a16="http://schemas.microsoft.com/office/drawing/2014/main" id="{468FC940-071F-4A2E-9E75-2533F59C5461}"/>
              </a:ext>
            </a:extLst>
          </p:cNvPr>
          <p:cNvSpPr>
            <a:spLocks xmlns:a="http://schemas.openxmlformats.org/drawingml/2006/main" noGrp="1"/>
          </p:cNvSpPr>
          <p:nvPr/>
        </p:nvSpPr>
        <p:spPr>
          <a:xfrm xmlns:a="http://schemas.openxmlformats.org/drawingml/2006/main">
            <a:off x="7406640" y="1673352"/>
            <a:ext cx="352044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7275C"/>
                </a:solidFill>
                <a:latin typeface="Arial"/>
                <a:ea typeface="Arial"/>
                <a:cs typeface="Arial"/>
              </a:rPr>
              <a:t>Thanh toán &amp; quản trị</a:t>
            </a:r>
          </a:p>
        </p:txBody>
      </p:sp>
      <p:sp>
        <p:nvSpPr>
          <p:cNvPr id="23" name="TextBox 22">
            <a:extLst xmlns:a="http://schemas.openxmlformats.org/drawingml/2006/main">
              <a:ext uri="{FF2B5EF4-FFF2-40B4-BE49-F238E27FC236}">
                <a16:creationId xmlns:a16="http://schemas.microsoft.com/office/drawing/2014/main" id="{F4F09B35-6A48-4EB9-A94B-67DC6B2AD825}"/>
              </a:ext>
            </a:extLst>
          </p:cNvPr>
          <p:cNvSpPr>
            <a:spLocks xmlns:a="http://schemas.openxmlformats.org/drawingml/2006/main" noGrp="1"/>
          </p:cNvSpPr>
          <p:nvPr/>
        </p:nvSpPr>
        <p:spPr>
          <a:xfrm xmlns:a="http://schemas.openxmlformats.org/drawingml/2006/main">
            <a:off x="7406640" y="2002536"/>
            <a:ext cx="361188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1969E1"/>
                </a:solidFill>
                <a:latin typeface="Arial"/>
                <a:ea typeface="Arial"/>
                <a:cs typeface="Arial"/>
              </a:rPr>
              <a:t>An toàn và hiệu quả</a:t>
            </a:r>
          </a:p>
        </p:txBody>
      </p:sp>
      <p:sp>
        <p:nvSpPr>
          <p:cNvPr id="24" name="TextBox 23">
            <a:extLst xmlns:a="http://schemas.openxmlformats.org/drawingml/2006/main">
              <a:ext uri="{FF2B5EF4-FFF2-40B4-BE49-F238E27FC236}">
                <a16:creationId xmlns:a16="http://schemas.microsoft.com/office/drawing/2014/main" id="{7014B5F6-8DBF-4322-87B6-5A412BA63433}"/>
              </a:ext>
            </a:extLst>
          </p:cNvPr>
          <p:cNvSpPr>
            <a:spLocks xmlns:a="http://schemas.openxmlformats.org/drawingml/2006/main" noGrp="1"/>
          </p:cNvSpPr>
          <p:nvPr/>
        </p:nvSpPr>
        <p:spPr>
          <a:xfrm xmlns:a="http://schemas.openxmlformats.org/drawingml/2006/main">
            <a:off x="7406640" y="2331720"/>
            <a:ext cx="3611880" cy="6400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0">
                <a:solidFill>
                  <a:srgbClr val="54657D"/>
                </a:solidFill>
                <a:latin typeface="Arial"/>
                <a:ea typeface="Arial"/>
                <a:cs typeface="Arial"/>
              </a:rPr>
              <a:t>Tích hợp quy trình thanh toán rõ ràng, bảo mật thông tin và hệ thống quản trị dành cho admin.</a:t>
            </a:r>
          </a:p>
        </p:txBody>
      </p:sp>
      <p:sp>
        <p:nvSpPr>
          <p:cNvPr id="25" name="Oval 24">
            <a:extLst xmlns:a="http://schemas.openxmlformats.org/drawingml/2006/main">
              <a:ext uri="{FF2B5EF4-FFF2-40B4-BE49-F238E27FC236}">
                <a16:creationId xmlns:a16="http://schemas.microsoft.com/office/drawing/2014/main" id="{5EFB9550-C08B-4082-A9B6-F381B87DFF54}"/>
              </a:ext>
            </a:extLst>
          </p:cNvPr>
          <p:cNvSpPr>
            <a:spLocks xmlns:a="http://schemas.openxmlformats.org/drawingml/2006/main" noGrp="1"/>
          </p:cNvSpPr>
          <p:nvPr/>
        </p:nvSpPr>
        <p:spPr>
          <a:xfrm xmlns:a="http://schemas.openxmlformats.org/drawingml/2006/main">
            <a:off x="10899648" y="1682495"/>
            <a:ext cx="237744" cy="237744"/>
          </a:xfrm>
          <a:prstGeom xmlns:a="http://schemas.openxmlformats.org/drawingml/2006/main" prst="ellipse">
            <a:avLst/>
          </a:prstGeom>
          <a:solidFill xmlns:a="http://schemas.openxmlformats.org/drawingml/2006/main">
            <a:srgbClr val="E7F4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9D491289-68D9-477A-849A-82C942091BC7}"/>
              </a:ext>
            </a:extLst>
          </p:cNvPr>
          <p:cNvSpPr>
            <a:spLocks xmlns:a="http://schemas.openxmlformats.org/drawingml/2006/main" noGrp="1"/>
          </p:cNvSpPr>
          <p:nvPr/>
        </p:nvSpPr>
        <p:spPr>
          <a:xfrm xmlns:a="http://schemas.openxmlformats.org/drawingml/2006/main">
            <a:off x="10908792" y="1691640"/>
            <a:ext cx="219456"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900" b="1">
                <a:solidFill>
                  <a:srgbClr val="239B6E"/>
                </a:solidFill>
                <a:latin typeface="Arial"/>
                <a:ea typeface="Arial"/>
                <a:cs typeface="Arial"/>
              </a:rPr>
              <a:t>✓</a:t>
            </a:r>
          </a:p>
        </p:txBody>
      </p:sp>
      <p:sp>
        <p:nvSpPr>
          <p:cNvPr id="27" name="Rounded Rectangle 26">
            <a:extLst xmlns:a="http://schemas.openxmlformats.org/drawingml/2006/main">
              <a:ext uri="{FF2B5EF4-FFF2-40B4-BE49-F238E27FC236}">
                <a16:creationId xmlns:a16="http://schemas.microsoft.com/office/drawing/2014/main" id="{BCD32C87-D511-4EFD-9606-A4B5AFBABD9A}"/>
              </a:ext>
            </a:extLst>
          </p:cNvPr>
          <p:cNvSpPr>
            <a:spLocks xmlns:a="http://schemas.openxmlformats.org/drawingml/2006/main" noGrp="1"/>
          </p:cNvSpPr>
          <p:nvPr/>
        </p:nvSpPr>
        <p:spPr>
          <a:xfrm xmlns:a="http://schemas.openxmlformats.org/drawingml/2006/main">
            <a:off x="685800" y="3703320"/>
            <a:ext cx="5303520" cy="1874519"/>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Rounded Rectangle 27">
            <a:extLst xmlns:a="http://schemas.openxmlformats.org/drawingml/2006/main">
              <a:ext uri="{FF2B5EF4-FFF2-40B4-BE49-F238E27FC236}">
                <a16:creationId xmlns:a16="http://schemas.microsoft.com/office/drawing/2014/main" id="{0AD73380-A510-4843-8985-A292954963AF}"/>
              </a:ext>
            </a:extLst>
          </p:cNvPr>
          <p:cNvSpPr>
            <a:spLocks xmlns:a="http://schemas.openxmlformats.org/drawingml/2006/main" noGrp="1"/>
          </p:cNvSpPr>
          <p:nvPr/>
        </p:nvSpPr>
        <p:spPr>
          <a:xfrm xmlns:a="http://schemas.openxmlformats.org/drawingml/2006/main">
            <a:off x="850392" y="3886200"/>
            <a:ext cx="841248" cy="1508760"/>
          </a:xfrm>
          <a:prstGeom xmlns:a="http://schemas.openxmlformats.org/drawingml/2006/main" prst="roundRect">
            <a:avLst/>
          </a:prstGeom>
          <a:solidFill xmlns:a="http://schemas.openxmlformats.org/drawingml/2006/main">
            <a:srgbClr val="E7F4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3E22C56D-FBDF-4D67-9BD3-0B2FB00BB6CD}"/>
              </a:ext>
            </a:extLst>
          </p:cNvPr>
          <p:cNvSpPr>
            <a:spLocks xmlns:a="http://schemas.openxmlformats.org/drawingml/2006/main" noGrp="1"/>
          </p:cNvSpPr>
          <p:nvPr/>
        </p:nvSpPr>
        <p:spPr>
          <a:xfrm xmlns:a="http://schemas.openxmlformats.org/drawingml/2006/main">
            <a:off x="905256" y="4087368"/>
            <a:ext cx="7315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1969E1"/>
                </a:solidFill>
                <a:latin typeface="Arial"/>
                <a:ea typeface="Arial"/>
                <a:cs typeface="Arial"/>
              </a:rPr>
              <a:t>03</a:t>
            </a:r>
          </a:p>
        </p:txBody>
      </p:sp>
      <p:sp>
        <p:nvSpPr>
          <p:cNvPr id="30" name="TextBox 29">
            <a:extLst xmlns:a="http://schemas.openxmlformats.org/drawingml/2006/main">
              <a:ext uri="{FF2B5EF4-FFF2-40B4-BE49-F238E27FC236}">
                <a16:creationId xmlns:a16="http://schemas.microsoft.com/office/drawing/2014/main" id="{77B786D8-6FB3-4EE2-B463-9104547428CB}"/>
              </a:ext>
            </a:extLst>
          </p:cNvPr>
          <p:cNvSpPr>
            <a:spLocks xmlns:a="http://schemas.openxmlformats.org/drawingml/2006/main" noGrp="1"/>
          </p:cNvSpPr>
          <p:nvPr/>
        </p:nvSpPr>
        <p:spPr>
          <a:xfrm xmlns:a="http://schemas.openxmlformats.org/drawingml/2006/main">
            <a:off x="1920240" y="3959352"/>
            <a:ext cx="352044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7275C"/>
                </a:solidFill>
                <a:latin typeface="Arial"/>
                <a:ea typeface="Arial"/>
                <a:cs typeface="Arial"/>
              </a:rPr>
              <a:t>Chatbot AI</a:t>
            </a:r>
          </a:p>
        </p:txBody>
      </p:sp>
      <p:sp>
        <p:nvSpPr>
          <p:cNvPr id="31" name="TextBox 30">
            <a:extLst xmlns:a="http://schemas.openxmlformats.org/drawingml/2006/main">
              <a:ext uri="{FF2B5EF4-FFF2-40B4-BE49-F238E27FC236}">
                <a16:creationId xmlns:a16="http://schemas.microsoft.com/office/drawing/2014/main" id="{F0638C90-EEAD-42E4-B151-3E82D0BE2441}"/>
              </a:ext>
            </a:extLst>
          </p:cNvPr>
          <p:cNvSpPr>
            <a:spLocks xmlns:a="http://schemas.openxmlformats.org/drawingml/2006/main" noGrp="1"/>
          </p:cNvSpPr>
          <p:nvPr/>
        </p:nvSpPr>
        <p:spPr>
          <a:xfrm xmlns:a="http://schemas.openxmlformats.org/drawingml/2006/main">
            <a:off x="1920240" y="4288536"/>
            <a:ext cx="361188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1969E1"/>
                </a:solidFill>
                <a:latin typeface="Arial"/>
                <a:ea typeface="Arial"/>
                <a:cs typeface="Arial"/>
              </a:rPr>
              <a:t>Tư vấn khách hàng 24/7</a:t>
            </a:r>
          </a:p>
        </p:txBody>
      </p:sp>
      <p:sp>
        <p:nvSpPr>
          <p:cNvPr id="32" name="TextBox 31">
            <a:extLst xmlns:a="http://schemas.openxmlformats.org/drawingml/2006/main">
              <a:ext uri="{FF2B5EF4-FFF2-40B4-BE49-F238E27FC236}">
                <a16:creationId xmlns:a16="http://schemas.microsoft.com/office/drawing/2014/main" id="{9230838A-9491-4079-9BFD-0C4EF7B1BAC5}"/>
              </a:ext>
            </a:extLst>
          </p:cNvPr>
          <p:cNvSpPr>
            <a:spLocks xmlns:a="http://schemas.openxmlformats.org/drawingml/2006/main" noGrp="1"/>
          </p:cNvSpPr>
          <p:nvPr/>
        </p:nvSpPr>
        <p:spPr>
          <a:xfrm xmlns:a="http://schemas.openxmlformats.org/drawingml/2006/main">
            <a:off x="1920240" y="4617720"/>
            <a:ext cx="3611880" cy="6400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0">
                <a:solidFill>
                  <a:srgbClr val="54657D"/>
                </a:solidFill>
                <a:latin typeface="Arial"/>
                <a:ea typeface="Arial"/>
                <a:cs typeface="Arial"/>
              </a:rPr>
              <a:t>Tích hợp chatbot AI hỗ trợ giải đáp nhanh, tư vấn sản phẩm và nâng cao trải nghiệm khách hàng.</a:t>
            </a:r>
          </a:p>
        </p:txBody>
      </p:sp>
      <p:sp>
        <p:nvSpPr>
          <p:cNvPr id="33" name="Oval 32">
            <a:extLst xmlns:a="http://schemas.openxmlformats.org/drawingml/2006/main">
              <a:ext uri="{FF2B5EF4-FFF2-40B4-BE49-F238E27FC236}">
                <a16:creationId xmlns:a16="http://schemas.microsoft.com/office/drawing/2014/main" id="{BC67D5FE-408A-48B1-90F1-B886E2EA0F2D}"/>
              </a:ext>
            </a:extLst>
          </p:cNvPr>
          <p:cNvSpPr>
            <a:spLocks xmlns:a="http://schemas.openxmlformats.org/drawingml/2006/main" noGrp="1"/>
          </p:cNvSpPr>
          <p:nvPr/>
        </p:nvSpPr>
        <p:spPr>
          <a:xfrm xmlns:a="http://schemas.openxmlformats.org/drawingml/2006/main">
            <a:off x="5413248" y="3968496"/>
            <a:ext cx="237744" cy="237744"/>
          </a:xfrm>
          <a:prstGeom xmlns:a="http://schemas.openxmlformats.org/drawingml/2006/main" prst="ellipse">
            <a:avLst/>
          </a:prstGeom>
          <a:solidFill xmlns:a="http://schemas.openxmlformats.org/drawingml/2006/main">
            <a:srgbClr val="E7F4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45AE76D4-7FE1-4179-B61F-F62EE721455E}"/>
              </a:ext>
            </a:extLst>
          </p:cNvPr>
          <p:cNvSpPr>
            <a:spLocks xmlns:a="http://schemas.openxmlformats.org/drawingml/2006/main" noGrp="1"/>
          </p:cNvSpPr>
          <p:nvPr/>
        </p:nvSpPr>
        <p:spPr>
          <a:xfrm xmlns:a="http://schemas.openxmlformats.org/drawingml/2006/main">
            <a:off x="5422392" y="3977639"/>
            <a:ext cx="219456"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900" b="1">
                <a:solidFill>
                  <a:srgbClr val="239B6E"/>
                </a:solidFill>
                <a:latin typeface="Arial"/>
                <a:ea typeface="Arial"/>
                <a:cs typeface="Arial"/>
              </a:rPr>
              <a:t>✓</a:t>
            </a:r>
          </a:p>
        </p:txBody>
      </p:sp>
      <p:sp>
        <p:nvSpPr>
          <p:cNvPr id="35" name="Rounded Rectangle 34">
            <a:extLst xmlns:a="http://schemas.openxmlformats.org/drawingml/2006/main">
              <a:ext uri="{FF2B5EF4-FFF2-40B4-BE49-F238E27FC236}">
                <a16:creationId xmlns:a16="http://schemas.microsoft.com/office/drawing/2014/main" id="{88094AEF-8FFB-444E-BD52-5859D45D77EF}"/>
              </a:ext>
            </a:extLst>
          </p:cNvPr>
          <p:cNvSpPr>
            <a:spLocks xmlns:a="http://schemas.openxmlformats.org/drawingml/2006/main" noGrp="1"/>
          </p:cNvSpPr>
          <p:nvPr/>
        </p:nvSpPr>
        <p:spPr>
          <a:xfrm xmlns:a="http://schemas.openxmlformats.org/drawingml/2006/main">
            <a:off x="6172200" y="3703320"/>
            <a:ext cx="5303520" cy="1874519"/>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Rounded Rectangle 35">
            <a:extLst xmlns:a="http://schemas.openxmlformats.org/drawingml/2006/main">
              <a:ext uri="{FF2B5EF4-FFF2-40B4-BE49-F238E27FC236}">
                <a16:creationId xmlns:a16="http://schemas.microsoft.com/office/drawing/2014/main" id="{99CDE1E9-A3B4-4C72-9118-964F04459ECF}"/>
              </a:ext>
            </a:extLst>
          </p:cNvPr>
          <p:cNvSpPr>
            <a:spLocks xmlns:a="http://schemas.openxmlformats.org/drawingml/2006/main" noGrp="1"/>
          </p:cNvSpPr>
          <p:nvPr/>
        </p:nvSpPr>
        <p:spPr>
          <a:xfrm xmlns:a="http://schemas.openxmlformats.org/drawingml/2006/main">
            <a:off x="6336792" y="3886200"/>
            <a:ext cx="841248" cy="1508760"/>
          </a:xfrm>
          <a:prstGeom xmlns:a="http://schemas.openxmlformats.org/drawingml/2006/main" prst="roundRect">
            <a:avLst/>
          </a:prstGeom>
          <a:solidFill xmlns:a="http://schemas.openxmlformats.org/drawingml/2006/main">
            <a:srgbClr val="E7F4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F8C1F4CE-8CF2-4508-8C98-1DDA70D4FE5E}"/>
              </a:ext>
            </a:extLst>
          </p:cNvPr>
          <p:cNvSpPr>
            <a:spLocks xmlns:a="http://schemas.openxmlformats.org/drawingml/2006/main" noGrp="1"/>
          </p:cNvSpPr>
          <p:nvPr/>
        </p:nvSpPr>
        <p:spPr>
          <a:xfrm xmlns:a="http://schemas.openxmlformats.org/drawingml/2006/main">
            <a:off x="6391656" y="4087368"/>
            <a:ext cx="7315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1969E1"/>
                </a:solidFill>
                <a:latin typeface="Arial"/>
                <a:ea typeface="Arial"/>
                <a:cs typeface="Arial"/>
              </a:rPr>
              <a:t>04</a:t>
            </a:r>
          </a:p>
        </p:txBody>
      </p:sp>
      <p:sp>
        <p:nvSpPr>
          <p:cNvPr id="38" name="TextBox 37">
            <a:extLst xmlns:a="http://schemas.openxmlformats.org/drawingml/2006/main">
              <a:ext uri="{FF2B5EF4-FFF2-40B4-BE49-F238E27FC236}">
                <a16:creationId xmlns:a16="http://schemas.microsoft.com/office/drawing/2014/main" id="{215D79EF-5BF2-455F-868C-2A6A7AC1479B}"/>
              </a:ext>
            </a:extLst>
          </p:cNvPr>
          <p:cNvSpPr>
            <a:spLocks xmlns:a="http://schemas.openxmlformats.org/drawingml/2006/main" noGrp="1"/>
          </p:cNvSpPr>
          <p:nvPr/>
        </p:nvSpPr>
        <p:spPr>
          <a:xfrm xmlns:a="http://schemas.openxmlformats.org/drawingml/2006/main">
            <a:off x="7406640" y="3959352"/>
            <a:ext cx="352044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7275C"/>
                </a:solidFill>
                <a:latin typeface="Arial"/>
                <a:ea typeface="Arial"/>
                <a:cs typeface="Arial"/>
              </a:rPr>
              <a:t>Tối ưu mua sắm</a:t>
            </a:r>
          </a:p>
        </p:txBody>
      </p:sp>
      <p:sp>
        <p:nvSpPr>
          <p:cNvPr id="39" name="TextBox 38">
            <a:extLst xmlns:a="http://schemas.openxmlformats.org/drawingml/2006/main">
              <a:ext uri="{FF2B5EF4-FFF2-40B4-BE49-F238E27FC236}">
                <a16:creationId xmlns:a16="http://schemas.microsoft.com/office/drawing/2014/main" id="{69CFA67A-9625-4E1A-B89E-0AE58A2CE6DC}"/>
              </a:ext>
            </a:extLst>
          </p:cNvPr>
          <p:cNvSpPr>
            <a:spLocks xmlns:a="http://schemas.openxmlformats.org/drawingml/2006/main" noGrp="1"/>
          </p:cNvSpPr>
          <p:nvPr/>
        </p:nvSpPr>
        <p:spPr>
          <a:xfrm xmlns:a="http://schemas.openxmlformats.org/drawingml/2006/main">
            <a:off x="7406640" y="4288536"/>
            <a:ext cx="361188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1">
                <a:solidFill>
                  <a:srgbClr val="1969E1"/>
                </a:solidFill>
                <a:latin typeface="Arial"/>
                <a:ea typeface="Arial"/>
                <a:cs typeface="Arial"/>
              </a:rPr>
              <a:t>Nhanh chóng &amp; tiện lợi</a:t>
            </a:r>
          </a:p>
        </p:txBody>
      </p:sp>
      <p:sp>
        <p:nvSpPr>
          <p:cNvPr id="40" name="TextBox 39">
            <a:extLst xmlns:a="http://schemas.openxmlformats.org/drawingml/2006/main">
              <a:ext uri="{FF2B5EF4-FFF2-40B4-BE49-F238E27FC236}">
                <a16:creationId xmlns:a16="http://schemas.microsoft.com/office/drawing/2014/main" id="{C05683B8-7876-4D01-87A1-B9E0407D4A61}"/>
              </a:ext>
            </a:extLst>
          </p:cNvPr>
          <p:cNvSpPr>
            <a:spLocks xmlns:a="http://schemas.openxmlformats.org/drawingml/2006/main" noGrp="1"/>
          </p:cNvSpPr>
          <p:nvPr/>
        </p:nvSpPr>
        <p:spPr>
          <a:xfrm xmlns:a="http://schemas.openxmlformats.org/drawingml/2006/main">
            <a:off x="7406640" y="4617720"/>
            <a:ext cx="3611880" cy="6400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0">
                <a:solidFill>
                  <a:srgbClr val="54657D"/>
                </a:solidFill>
                <a:latin typeface="Arial"/>
                <a:ea typeface="Arial"/>
                <a:cs typeface="Arial"/>
              </a:rPr>
              <a:t>Tối ưu tìm kiếm, lọc sản phẩm, giỏ hàng và quy trình đặt hàng để giảm thao tác không cần thiết.</a:t>
            </a:r>
          </a:p>
        </p:txBody>
      </p:sp>
      <p:sp>
        <p:nvSpPr>
          <p:cNvPr id="41" name="Oval 40">
            <a:extLst xmlns:a="http://schemas.openxmlformats.org/drawingml/2006/main">
              <a:ext uri="{FF2B5EF4-FFF2-40B4-BE49-F238E27FC236}">
                <a16:creationId xmlns:a16="http://schemas.microsoft.com/office/drawing/2014/main" id="{CCD15CBE-DDF3-43AB-9476-1B0512D98C71}"/>
              </a:ext>
            </a:extLst>
          </p:cNvPr>
          <p:cNvSpPr>
            <a:spLocks xmlns:a="http://schemas.openxmlformats.org/drawingml/2006/main" noGrp="1"/>
          </p:cNvSpPr>
          <p:nvPr/>
        </p:nvSpPr>
        <p:spPr>
          <a:xfrm xmlns:a="http://schemas.openxmlformats.org/drawingml/2006/main">
            <a:off x="10899648" y="3968496"/>
            <a:ext cx="237744" cy="237744"/>
          </a:xfrm>
          <a:prstGeom xmlns:a="http://schemas.openxmlformats.org/drawingml/2006/main" prst="ellipse">
            <a:avLst/>
          </a:prstGeom>
          <a:solidFill xmlns:a="http://schemas.openxmlformats.org/drawingml/2006/main">
            <a:srgbClr val="E7F4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TextBox 41">
            <a:extLst xmlns:a="http://schemas.openxmlformats.org/drawingml/2006/main">
              <a:ext uri="{FF2B5EF4-FFF2-40B4-BE49-F238E27FC236}">
                <a16:creationId xmlns:a16="http://schemas.microsoft.com/office/drawing/2014/main" id="{6BFF7CD9-2DF0-4140-9B70-184574157561}"/>
              </a:ext>
            </a:extLst>
          </p:cNvPr>
          <p:cNvSpPr>
            <a:spLocks xmlns:a="http://schemas.openxmlformats.org/drawingml/2006/main" noGrp="1"/>
          </p:cNvSpPr>
          <p:nvPr/>
        </p:nvSpPr>
        <p:spPr>
          <a:xfrm xmlns:a="http://schemas.openxmlformats.org/drawingml/2006/main">
            <a:off x="10908792" y="3977639"/>
            <a:ext cx="219456"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900" b="1">
                <a:solidFill>
                  <a:srgbClr val="239B6E"/>
                </a:solidFill>
                <a:latin typeface="Arial"/>
                <a:ea typeface="Arial"/>
                <a:cs typeface="Arial"/>
              </a:rPr>
              <a:t>✓</a:t>
            </a:r>
          </a:p>
        </p:txBody>
      </p:sp>
      <p:sp>
        <p:nvSpPr>
          <p:cNvPr id="43" name="Rounded Rectangle 42">
            <a:extLst xmlns:a="http://schemas.openxmlformats.org/drawingml/2006/main">
              <a:ext uri="{FF2B5EF4-FFF2-40B4-BE49-F238E27FC236}">
                <a16:creationId xmlns:a16="http://schemas.microsoft.com/office/drawing/2014/main" id="{B0A9A24A-2292-4CB9-AD69-77EA7BF05D3C}"/>
              </a:ext>
            </a:extLst>
          </p:cNvPr>
          <p:cNvSpPr>
            <a:spLocks xmlns:a="http://schemas.openxmlformats.org/drawingml/2006/main" noGrp="1"/>
          </p:cNvSpPr>
          <p:nvPr/>
        </p:nvSpPr>
        <p:spPr>
          <a:xfrm xmlns:a="http://schemas.openxmlformats.org/drawingml/2006/main">
            <a:off x="685800" y="5806440"/>
            <a:ext cx="10789920" cy="411480"/>
          </a:xfrm>
          <a:prstGeom xmlns:a="http://schemas.openxmlformats.org/drawingml/2006/main" prst="roundRect">
            <a:avLst/>
          </a:prstGeom>
          <a:solidFill xmlns:a="http://schemas.openxmlformats.org/drawingml/2006/main">
            <a:srgbClr val="F8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636AA6D1-EB8F-462F-9734-F412F6E4210E}"/>
              </a:ext>
            </a:extLst>
          </p:cNvPr>
          <p:cNvSpPr>
            <a:spLocks xmlns:a="http://schemas.openxmlformats.org/drawingml/2006/main" noGrp="1"/>
          </p:cNvSpPr>
          <p:nvPr/>
        </p:nvSpPr>
        <p:spPr>
          <a:xfrm xmlns:a="http://schemas.openxmlformats.org/drawingml/2006/main">
            <a:off x="914400" y="5879592"/>
            <a:ext cx="1965960" cy="182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1969E1"/>
                </a:solidFill>
                <a:latin typeface="Arial"/>
                <a:ea typeface="Arial"/>
                <a:cs typeface="Arial"/>
              </a:rPr>
              <a:t>KẾT QUẢ HƯỚNG TỚI</a:t>
            </a:r>
          </a:p>
        </p:txBody>
      </p:sp>
      <p:sp>
        <p:nvSpPr>
          <p:cNvPr id="45" name="TextBox 44">
            <a:extLst xmlns:a="http://schemas.openxmlformats.org/drawingml/2006/main">
              <a:ext uri="{FF2B5EF4-FFF2-40B4-BE49-F238E27FC236}">
                <a16:creationId xmlns:a16="http://schemas.microsoft.com/office/drawing/2014/main" id="{DBFB5E8B-209A-4AFA-B7A2-2D728DA2D67C}"/>
              </a:ext>
            </a:extLst>
          </p:cNvPr>
          <p:cNvSpPr>
            <a:spLocks xmlns:a="http://schemas.openxmlformats.org/drawingml/2006/main" noGrp="1"/>
          </p:cNvSpPr>
          <p:nvPr/>
        </p:nvSpPr>
        <p:spPr>
          <a:xfrm xmlns:a="http://schemas.openxmlformats.org/drawingml/2006/main">
            <a:off x="2788920" y="5852160"/>
            <a:ext cx="827532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00" b="1">
                <a:solidFill>
                  <a:srgbClr val="07275C"/>
                </a:solidFill>
                <a:latin typeface="Arial"/>
                <a:ea typeface="Arial"/>
                <a:cs typeface="Arial"/>
              </a:rPr>
              <a:t>Thân thiện  •  An toàn  •  Thông minh  •  Nhanh chóng  •  Dễ quản trị</a:t>
            </a:r>
          </a:p>
        </p:txBody>
      </p:sp>
      <p:sp>
        <p:nvSpPr>
          <p:cNvPr id="46" name="Connector 45">
            <a:extLst xmlns:a="http://schemas.openxmlformats.org/drawingml/2006/main">
              <a:ext uri="{FF2B5EF4-FFF2-40B4-BE49-F238E27FC236}">
                <a16:creationId xmlns:a16="http://schemas.microsoft.com/office/drawing/2014/main" id="{0A22B484-7B83-4D8D-8D20-74D65AC8FA18}"/>
              </a:ext>
            </a:extLst>
          </p:cNvPr>
          <p:cNvSpPr>
            <a:spLocks xmlns:a="http://schemas.openxmlformats.org/drawingml/2006/main" noGrp="1"/>
          </p:cNvSpPr>
          <p:nvPr/>
        </p:nvSpPr>
        <p:spPr>
          <a:xfrm xmlns:a="http://schemas.openxmlformats.org/drawingml/2006/main">
            <a:off x="685800" y="6428232"/>
            <a:ext cx="10789920" cy="0"/>
          </a:xfrm>
          <a:prstGeom xmlns:a="http://schemas.openxmlformats.org/drawingml/2006/main" prst="line">
            <a:avLst/>
          </a:prstGeom>
          <a:ln xmlns:a="http://schemas.openxmlformats.org/drawingml/2006/main" w="12700">
            <a:solidFill>
              <a:srgbClr val="CDDEE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7" name="TextBox 46">
            <a:extLst xmlns:a="http://schemas.openxmlformats.org/drawingml/2006/main">
              <a:ext uri="{FF2B5EF4-FFF2-40B4-BE49-F238E27FC236}">
                <a16:creationId xmlns:a16="http://schemas.microsoft.com/office/drawing/2014/main" id="{D9B6D97A-F879-4C78-8063-0C03185CBDC2}"/>
              </a:ext>
            </a:extLst>
          </p:cNvPr>
          <p:cNvSpPr>
            <a:spLocks xmlns:a="http://schemas.openxmlformats.org/drawingml/2006/main" noGrp="1"/>
          </p:cNvSpPr>
          <p:nvPr/>
        </p:nvSpPr>
        <p:spPr>
          <a:xfrm xmlns:a="http://schemas.openxmlformats.org/drawingml/2006/main">
            <a:off x="685800" y="6510528"/>
            <a:ext cx="2743200" cy="1463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50" b="0">
                <a:solidFill>
                  <a:srgbClr val="54657D"/>
                </a:solidFill>
                <a:latin typeface="Arial"/>
                <a:ea typeface="Arial"/>
                <a:cs typeface="Arial"/>
              </a:rPr>
              <a:t>WEBSITE LAPTOP &amp; ACCESSORIES</a:t>
            </a:r>
          </a:p>
        </p:txBody>
      </p:sp>
      <p:pic>
        <p:nvPicPr>
          <p:cNvPr id="95" name="Picture 48"/>
          <p:cNvPicPr>
            <a:picLocks xmlns:a="http://schemas.openxmlformats.org/drawingml/2006/main" noChangeAspect="1"/>
          </p:cNvPicPr>
          <p:nvPr/>
        </p:nvPicPr>
        <p:blipFill>
          <a:blip xmlns:r="http://schemas.openxmlformats.org/officeDocument/2006/relationships" xmlns:a="http://schemas.openxmlformats.org/drawingml/2006/main" r:embed="R6f810e4588f44502"/>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3013008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1690CE41-AED6-49C7-B0E8-DB55F497DC83}"/>
              </a:ext>
            </a:extLst>
          </p:cNvPr>
          <p:cNvSpPr>
            <a:spLocks xmlns:a="http://schemas.openxmlformats.org/drawingml/2006/main" noGrp="1"/>
          </p:cNvSpPr>
          <p:nvPr/>
        </p:nvSpPr>
        <p:spPr>
          <a:xfrm xmlns:a="http://schemas.openxmlformats.org/drawingml/2006/main">
            <a:off x="292607" y="182879"/>
            <a:ext cx="731520" cy="731520"/>
          </a:xfrm>
          <a:prstGeom xmlns:a="http://schemas.openxmlformats.org/drawingml/2006/main" prst="ellipse">
            <a:avLst/>
          </a:prstGeom>
          <a:solidFill xmlns:a="http://schemas.openxmlformats.org/drawingml/2006/main">
            <a:srgbClr val="E8F5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6541378-E786-4A8C-992B-E73AF1FF1C4E}"/>
              </a:ext>
            </a:extLst>
          </p:cNvPr>
          <p:cNvSpPr>
            <a:spLocks xmlns:a="http://schemas.openxmlformats.org/drawingml/2006/main" noGrp="1"/>
          </p:cNvSpPr>
          <p:nvPr/>
        </p:nvSpPr>
        <p:spPr>
          <a:xfrm xmlns:a="http://schemas.openxmlformats.org/drawingml/2006/main">
            <a:off x="338328" y="329184"/>
            <a:ext cx="640080" cy="42062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500" b="1">
                <a:solidFill>
                  <a:srgbClr val="1A69E1"/>
                </a:solidFill>
                <a:latin typeface="Arial"/>
                <a:ea typeface="Arial"/>
                <a:cs typeface="Arial"/>
              </a:rPr>
              <a:t>03</a:t>
            </a:r>
          </a:p>
        </p:txBody>
      </p:sp>
      <p:sp>
        <p:nvSpPr>
          <p:cNvPr id="4" name="TextBox 3">
            <a:extLst xmlns:a="http://schemas.openxmlformats.org/drawingml/2006/main">
              <a:ext uri="{FF2B5EF4-FFF2-40B4-BE49-F238E27FC236}">
                <a16:creationId xmlns:a16="http://schemas.microsoft.com/office/drawing/2014/main" id="{A9625031-980D-4406-891C-501EAF52140B}"/>
              </a:ext>
            </a:extLst>
          </p:cNvPr>
          <p:cNvSpPr>
            <a:spLocks xmlns:a="http://schemas.openxmlformats.org/drawingml/2006/main" noGrp="1"/>
          </p:cNvSpPr>
          <p:nvPr/>
        </p:nvSpPr>
        <p:spPr>
          <a:xfrm xmlns:a="http://schemas.openxmlformats.org/drawingml/2006/main">
            <a:off x="1371600" y="164592"/>
            <a:ext cx="228600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0">
                <a:solidFill>
                  <a:srgbClr val="1A69E1"/>
                </a:solidFill>
                <a:latin typeface="Arial"/>
                <a:ea typeface="Arial"/>
                <a:cs typeface="Arial"/>
              </a:rPr>
              <a:t>TECH STACK</a:t>
            </a:r>
          </a:p>
        </p:txBody>
      </p:sp>
      <p:sp>
        <p:nvSpPr>
          <p:cNvPr id="5" name="TextBox 4">
            <a:extLst xmlns:a="http://schemas.openxmlformats.org/drawingml/2006/main">
              <a:ext uri="{FF2B5EF4-FFF2-40B4-BE49-F238E27FC236}">
                <a16:creationId xmlns:a16="http://schemas.microsoft.com/office/drawing/2014/main" id="{652AAC8D-3B41-447B-BFDB-785DCC800BED}"/>
              </a:ext>
            </a:extLst>
          </p:cNvPr>
          <p:cNvSpPr>
            <a:spLocks xmlns:a="http://schemas.openxmlformats.org/drawingml/2006/main" noGrp="1"/>
          </p:cNvSpPr>
          <p:nvPr/>
        </p:nvSpPr>
        <p:spPr>
          <a:xfrm xmlns:a="http://schemas.openxmlformats.org/drawingml/2006/main">
            <a:off x="1371600" y="429768"/>
            <a:ext cx="53035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2700" b="1">
                <a:solidFill>
                  <a:srgbClr val="08275B"/>
                </a:solidFill>
                <a:latin typeface="Arial"/>
                <a:ea typeface="Arial"/>
                <a:cs typeface="Arial"/>
              </a:rPr>
              <a:t>Công nghệ sử dụng</a:t>
            </a:r>
          </a:p>
        </p:txBody>
      </p:sp>
      <p:sp>
        <p:nvSpPr>
          <p:cNvPr id="6" name="TextBox 5">
            <a:extLst xmlns:a="http://schemas.openxmlformats.org/drawingml/2006/main">
              <a:ext uri="{FF2B5EF4-FFF2-40B4-BE49-F238E27FC236}">
                <a16:creationId xmlns:a16="http://schemas.microsoft.com/office/drawing/2014/main" id="{F97A4740-4CF6-493B-BECC-CAC6FFDFFCDD}"/>
              </a:ext>
            </a:extLst>
          </p:cNvPr>
          <p:cNvSpPr>
            <a:spLocks xmlns:a="http://schemas.openxmlformats.org/drawingml/2006/main" noGrp="1"/>
          </p:cNvSpPr>
          <p:nvPr/>
        </p:nvSpPr>
        <p:spPr>
          <a:xfrm xmlns:a="http://schemas.openxmlformats.org/drawingml/2006/main">
            <a:off x="1371600" y="859536"/>
            <a:ext cx="6766560" cy="2468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50" b="0">
                <a:solidFill>
                  <a:srgbClr val="54657D"/>
                </a:solidFill>
                <a:latin typeface="Arial"/>
                <a:ea typeface="Arial"/>
                <a:cs typeface="Arial"/>
              </a:rPr>
              <a:t>Các</a:t>
            </a:r>
            <a:r>
              <a:rPr sz="1050" b="0">
                <a:solidFill>
                  <a:srgbClr val="54657D"/>
                </a:solidFill>
                <a:latin typeface="Arial"/>
                <a:ea typeface="Arial"/>
                <a:cs typeface="Arial"/>
              </a:rPr>
              <a:t> </a:t>
            </a:r>
            <a:r>
              <a:rPr sz="1050" b="0">
                <a:solidFill>
                  <a:srgbClr val="54657D"/>
                </a:solidFill>
                <a:latin typeface="Arial"/>
                <a:ea typeface="Arial"/>
                <a:cs typeface="Arial"/>
              </a:rPr>
              <a:t>công</a:t>
            </a:r>
            <a:r>
              <a:rPr sz="1050" b="0">
                <a:solidFill>
                  <a:srgbClr val="54657D"/>
                </a:solidFill>
                <a:latin typeface="Arial"/>
                <a:ea typeface="Arial"/>
                <a:cs typeface="Arial"/>
              </a:rPr>
              <a:t> </a:t>
            </a:r>
            <a:r>
              <a:rPr sz="1050" b="0">
                <a:solidFill>
                  <a:srgbClr val="54657D"/>
                </a:solidFill>
                <a:latin typeface="Arial"/>
                <a:ea typeface="Arial"/>
                <a:cs typeface="Arial"/>
              </a:rPr>
              <a:t>nghệ</a:t>
            </a:r>
            <a:r>
              <a:rPr sz="1050" b="0">
                <a:solidFill>
                  <a:srgbClr val="54657D"/>
                </a:solidFill>
                <a:latin typeface="Arial"/>
                <a:ea typeface="Arial"/>
                <a:cs typeface="Arial"/>
              </a:rPr>
              <a:t> </a:t>
            </a:r>
            <a:r>
              <a:rPr sz="1050" b="0">
                <a:solidFill>
                  <a:srgbClr val="54657D"/>
                </a:solidFill>
                <a:latin typeface="Arial"/>
                <a:ea typeface="Arial"/>
                <a:cs typeface="Arial"/>
              </a:rPr>
              <a:t>chính</a:t>
            </a:r>
            <a:r>
              <a:rPr sz="1050" b="0">
                <a:solidFill>
                  <a:srgbClr val="54657D"/>
                </a:solidFill>
                <a:latin typeface="Arial"/>
                <a:ea typeface="Arial"/>
                <a:cs typeface="Arial"/>
              </a:rPr>
              <a:t> </a:t>
            </a:r>
            <a:r>
              <a:rPr sz="1050" b="0">
                <a:solidFill>
                  <a:srgbClr val="54657D"/>
                </a:solidFill>
                <a:latin typeface="Arial"/>
                <a:ea typeface="Arial"/>
                <a:cs typeface="Arial"/>
              </a:rPr>
              <a:t>được</a:t>
            </a:r>
            <a:r>
              <a:rPr sz="1050" b="0">
                <a:solidFill>
                  <a:srgbClr val="54657D"/>
                </a:solidFill>
                <a:latin typeface="Arial"/>
                <a:ea typeface="Arial"/>
                <a:cs typeface="Arial"/>
              </a:rPr>
              <a:t> </a:t>
            </a:r>
            <a:r>
              <a:rPr sz="1050" b="0">
                <a:solidFill>
                  <a:srgbClr val="54657D"/>
                </a:solidFill>
                <a:latin typeface="Arial"/>
                <a:ea typeface="Arial"/>
                <a:cs typeface="Arial"/>
              </a:rPr>
              <a:t>sử</a:t>
            </a:r>
            <a:r>
              <a:rPr sz="1050" b="0">
                <a:solidFill>
                  <a:srgbClr val="54657D"/>
                </a:solidFill>
                <a:latin typeface="Arial"/>
                <a:ea typeface="Arial"/>
                <a:cs typeface="Arial"/>
              </a:rPr>
              <a:t> </a:t>
            </a:r>
            <a:r>
              <a:rPr sz="1050" b="0">
                <a:solidFill>
                  <a:srgbClr val="54657D"/>
                </a:solidFill>
                <a:latin typeface="Arial"/>
                <a:ea typeface="Arial"/>
                <a:cs typeface="Arial"/>
              </a:rPr>
              <a:t>dụng</a:t>
            </a:r>
            <a:r>
              <a:rPr sz="1050" b="0">
                <a:solidFill>
                  <a:srgbClr val="54657D"/>
                </a:solidFill>
                <a:latin typeface="Arial"/>
                <a:ea typeface="Arial"/>
                <a:cs typeface="Arial"/>
              </a:rPr>
              <a:t> </a:t>
            </a:r>
            <a:r>
              <a:rPr sz="1050" b="0">
                <a:solidFill>
                  <a:srgbClr val="54657D"/>
                </a:solidFill>
                <a:latin typeface="Arial"/>
                <a:ea typeface="Arial"/>
                <a:cs typeface="Arial"/>
              </a:rPr>
              <a:t>để</a:t>
            </a:r>
            <a:r>
              <a:rPr sz="1050" b="0">
                <a:solidFill>
                  <a:srgbClr val="54657D"/>
                </a:solidFill>
                <a:latin typeface="Arial"/>
                <a:ea typeface="Arial"/>
                <a:cs typeface="Arial"/>
              </a:rPr>
              <a:t> </a:t>
            </a:r>
            <a:r>
              <a:rPr sz="1050" b="0">
                <a:solidFill>
                  <a:srgbClr val="54657D"/>
                </a:solidFill>
                <a:latin typeface="Arial"/>
                <a:ea typeface="Arial"/>
                <a:cs typeface="Arial"/>
              </a:rPr>
              <a:t>phát</a:t>
            </a:r>
            <a:r>
              <a:rPr sz="1050" b="0">
                <a:solidFill>
                  <a:srgbClr val="54657D"/>
                </a:solidFill>
                <a:latin typeface="Arial"/>
                <a:ea typeface="Arial"/>
                <a:cs typeface="Arial"/>
              </a:rPr>
              <a:t> </a:t>
            </a:r>
            <a:r>
              <a:rPr sz="1050" b="0">
                <a:solidFill>
                  <a:srgbClr val="54657D"/>
                </a:solidFill>
                <a:latin typeface="Arial"/>
                <a:ea typeface="Arial"/>
                <a:cs typeface="Arial"/>
              </a:rPr>
              <a:t>triển</a:t>
            </a:r>
            <a:r>
              <a:rPr sz="1050" b="0">
                <a:solidFill>
                  <a:srgbClr val="54657D"/>
                </a:solidFill>
                <a:latin typeface="Arial"/>
                <a:ea typeface="Arial"/>
                <a:cs typeface="Arial"/>
              </a:rPr>
              <a:t> </a:t>
            </a:r>
            <a:r>
              <a:rPr sz="1050" b="0">
                <a:solidFill>
                  <a:srgbClr val="54657D"/>
                </a:solidFill>
                <a:latin typeface="Arial"/>
                <a:ea typeface="Arial"/>
                <a:cs typeface="Arial"/>
              </a:rPr>
              <a:t>và</a:t>
            </a:r>
            <a:r>
              <a:rPr sz="1050" b="0">
                <a:solidFill>
                  <a:srgbClr val="54657D"/>
                </a:solidFill>
                <a:latin typeface="Arial"/>
                <a:ea typeface="Arial"/>
                <a:cs typeface="Arial"/>
              </a:rPr>
              <a:t> </a:t>
            </a:r>
            <a:r>
              <a:rPr sz="1050" b="0">
                <a:solidFill>
                  <a:srgbClr val="54657D"/>
                </a:solidFill>
                <a:latin typeface="Arial"/>
                <a:ea typeface="Arial"/>
                <a:cs typeface="Arial"/>
              </a:rPr>
              <a:t>quản</a:t>
            </a:r>
            <a:r>
              <a:rPr sz="1050" b="0">
                <a:solidFill>
                  <a:srgbClr val="54657D"/>
                </a:solidFill>
                <a:latin typeface="Arial"/>
                <a:ea typeface="Arial"/>
                <a:cs typeface="Arial"/>
              </a:rPr>
              <a:t> </a:t>
            </a:r>
            <a:r>
              <a:rPr sz="1050" b="0">
                <a:solidFill>
                  <a:srgbClr val="54657D"/>
                </a:solidFill>
                <a:latin typeface="Arial"/>
                <a:ea typeface="Arial"/>
                <a:cs typeface="Arial"/>
              </a:rPr>
              <a:t>lý</a:t>
            </a:r>
            <a:r>
              <a:rPr sz="1050" b="0">
                <a:solidFill>
                  <a:srgbClr val="54657D"/>
                </a:solidFill>
                <a:latin typeface="Arial"/>
                <a:ea typeface="Arial"/>
                <a:cs typeface="Arial"/>
              </a:rPr>
              <a:t> </a:t>
            </a:r>
            <a:r>
              <a:rPr sz="1050" b="0">
                <a:solidFill>
                  <a:srgbClr val="54657D"/>
                </a:solidFill>
                <a:latin typeface="Arial"/>
                <a:ea typeface="Arial"/>
                <a:cs typeface="Arial"/>
              </a:rPr>
              <a:t>dự</a:t>
            </a:r>
            <a:r>
              <a:rPr sz="1050" b="0">
                <a:solidFill>
                  <a:srgbClr val="54657D"/>
                </a:solidFill>
                <a:latin typeface="Arial"/>
                <a:ea typeface="Arial"/>
                <a:cs typeface="Arial"/>
              </a:rPr>
              <a:t> </a:t>
            </a:r>
            <a:r>
              <a:rPr sz="1050" b="0">
                <a:solidFill>
                  <a:srgbClr val="54657D"/>
                </a:solidFill>
                <a:latin typeface="Arial"/>
                <a:ea typeface="Arial"/>
                <a:cs typeface="Arial"/>
              </a:rPr>
              <a:t>án</a:t>
            </a:r>
            <a:endParaRPr sz="1050" b="0">
              <a:solidFill>
                <a:srgbClr val="54657D"/>
              </a:solidFill>
              <a:latin typeface="Arial"/>
              <a:ea typeface="Arial"/>
              <a:cs typeface="Arial"/>
            </a:endParaRPr>
          </a:p>
        </p:txBody>
      </p:sp>
      <p:sp>
        <p:nvSpPr>
          <p:cNvPr id="11" name="Rounded Rectangle 10">
            <a:extLst xmlns:a="http://schemas.openxmlformats.org/drawingml/2006/main">
              <a:ext uri="{FF2B5EF4-FFF2-40B4-BE49-F238E27FC236}">
                <a16:creationId xmlns:a16="http://schemas.microsoft.com/office/drawing/2014/main" id="{681588EE-224A-428D-B59E-0F396A2B436B}"/>
              </a:ext>
            </a:extLst>
          </p:cNvPr>
          <p:cNvSpPr>
            <a:spLocks xmlns:a="http://schemas.openxmlformats.org/drawingml/2006/main" noGrp="1"/>
          </p:cNvSpPr>
          <p:nvPr/>
        </p:nvSpPr>
        <p:spPr>
          <a:xfrm xmlns:a="http://schemas.openxmlformats.org/drawingml/2006/main">
            <a:off x="658368" y="1417320"/>
            <a:ext cx="3063240" cy="1901952"/>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ounded Rectangle 11">
            <a:extLst xmlns:a="http://schemas.openxmlformats.org/drawingml/2006/main">
              <a:ext uri="{FF2B5EF4-FFF2-40B4-BE49-F238E27FC236}">
                <a16:creationId xmlns:a16="http://schemas.microsoft.com/office/drawing/2014/main" id="{B918873C-CAC5-4541-8D28-243B9A0A4376}"/>
              </a:ext>
            </a:extLst>
          </p:cNvPr>
          <p:cNvSpPr>
            <a:spLocks xmlns:a="http://schemas.openxmlformats.org/drawingml/2006/main" noGrp="1"/>
          </p:cNvSpPr>
          <p:nvPr/>
        </p:nvSpPr>
        <p:spPr>
          <a:xfrm xmlns:a="http://schemas.openxmlformats.org/drawingml/2006/main">
            <a:off x="658368" y="1417320"/>
            <a:ext cx="73152" cy="1901952"/>
          </a:xfrm>
          <a:prstGeom xmlns:a="http://schemas.openxmlformats.org/drawingml/2006/main" prst="roundRect">
            <a:avLst/>
          </a:prstGeom>
          <a:solidFill xmlns:a="http://schemas.openxmlformats.org/drawingml/2006/main">
            <a:srgbClr val="1A69E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ounded Rectangle 20">
            <a:extLst xmlns:a="http://schemas.openxmlformats.org/drawingml/2006/main">
              <a:ext uri="{FF2B5EF4-FFF2-40B4-BE49-F238E27FC236}">
                <a16:creationId xmlns:a16="http://schemas.microsoft.com/office/drawing/2014/main" id="{EFEEE295-6BD5-436C-AED2-11F002037B78}"/>
              </a:ext>
            </a:extLst>
          </p:cNvPr>
          <p:cNvSpPr>
            <a:spLocks xmlns:a="http://schemas.openxmlformats.org/drawingml/2006/main" noGrp="1"/>
          </p:cNvSpPr>
          <p:nvPr/>
        </p:nvSpPr>
        <p:spPr>
          <a:xfrm xmlns:a="http://schemas.openxmlformats.org/drawingml/2006/main">
            <a:off x="4114800" y="1417320"/>
            <a:ext cx="3063240" cy="1901952"/>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Rounded Rectangle 21">
            <a:extLst xmlns:a="http://schemas.openxmlformats.org/drawingml/2006/main">
              <a:ext uri="{FF2B5EF4-FFF2-40B4-BE49-F238E27FC236}">
                <a16:creationId xmlns:a16="http://schemas.microsoft.com/office/drawing/2014/main" id="{7BDCC801-460F-4171-9C9F-B7B6BBE61648}"/>
              </a:ext>
            </a:extLst>
          </p:cNvPr>
          <p:cNvSpPr>
            <a:spLocks xmlns:a="http://schemas.openxmlformats.org/drawingml/2006/main" noGrp="1"/>
          </p:cNvSpPr>
          <p:nvPr/>
        </p:nvSpPr>
        <p:spPr>
          <a:xfrm xmlns:a="http://schemas.openxmlformats.org/drawingml/2006/main">
            <a:off x="4114800" y="1417320"/>
            <a:ext cx="73152" cy="1901952"/>
          </a:xfrm>
          <a:prstGeom xmlns:a="http://schemas.openxmlformats.org/drawingml/2006/main" prst="roundRect">
            <a:avLst/>
          </a:prstGeom>
          <a:solidFill xmlns:a="http://schemas.openxmlformats.org/drawingml/2006/main">
            <a:srgbClr val="6765A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Rounded Rectangle 30">
            <a:extLst xmlns:a="http://schemas.openxmlformats.org/drawingml/2006/main">
              <a:ext uri="{FF2B5EF4-FFF2-40B4-BE49-F238E27FC236}">
                <a16:creationId xmlns:a16="http://schemas.microsoft.com/office/drawing/2014/main" id="{AAD57584-9A3C-4680-AA4D-6055DD85ED60}"/>
              </a:ext>
            </a:extLst>
          </p:cNvPr>
          <p:cNvSpPr>
            <a:spLocks xmlns:a="http://schemas.openxmlformats.org/drawingml/2006/main" noGrp="1"/>
          </p:cNvSpPr>
          <p:nvPr/>
        </p:nvSpPr>
        <p:spPr>
          <a:xfrm xmlns:a="http://schemas.openxmlformats.org/drawingml/2006/main">
            <a:off x="7571231" y="1417320"/>
            <a:ext cx="3063240" cy="1901952"/>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Rounded Rectangle 31">
            <a:extLst xmlns:a="http://schemas.openxmlformats.org/drawingml/2006/main">
              <a:ext uri="{FF2B5EF4-FFF2-40B4-BE49-F238E27FC236}">
                <a16:creationId xmlns:a16="http://schemas.microsoft.com/office/drawing/2014/main" id="{45F355F6-F052-40EC-95C6-9EC17A01FBAA}"/>
              </a:ext>
            </a:extLst>
          </p:cNvPr>
          <p:cNvSpPr>
            <a:spLocks xmlns:a="http://schemas.openxmlformats.org/drawingml/2006/main" noGrp="1"/>
          </p:cNvSpPr>
          <p:nvPr/>
        </p:nvSpPr>
        <p:spPr>
          <a:xfrm xmlns:a="http://schemas.openxmlformats.org/drawingml/2006/main">
            <a:off x="7571231" y="1417320"/>
            <a:ext cx="73152" cy="1901952"/>
          </a:xfrm>
          <a:prstGeom xmlns:a="http://schemas.openxmlformats.org/drawingml/2006/main" prst="roundRect">
            <a:avLst/>
          </a:prstGeom>
          <a:solidFill xmlns:a="http://schemas.openxmlformats.org/drawingml/2006/main">
            <a:srgbClr val="20232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Rounded Rectangle 40">
            <a:extLst xmlns:a="http://schemas.openxmlformats.org/drawingml/2006/main">
              <a:ext uri="{FF2B5EF4-FFF2-40B4-BE49-F238E27FC236}">
                <a16:creationId xmlns:a16="http://schemas.microsoft.com/office/drawing/2014/main" id="{F8628FA8-8431-441C-93D1-29B83EA3E8C0}"/>
              </a:ext>
            </a:extLst>
          </p:cNvPr>
          <p:cNvSpPr>
            <a:spLocks xmlns:a="http://schemas.openxmlformats.org/drawingml/2006/main" noGrp="1"/>
          </p:cNvSpPr>
          <p:nvPr/>
        </p:nvSpPr>
        <p:spPr>
          <a:xfrm xmlns:a="http://schemas.openxmlformats.org/drawingml/2006/main">
            <a:off x="658368" y="3675887"/>
            <a:ext cx="3063240" cy="1901952"/>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Rounded Rectangle 41">
            <a:extLst xmlns:a="http://schemas.openxmlformats.org/drawingml/2006/main">
              <a:ext uri="{FF2B5EF4-FFF2-40B4-BE49-F238E27FC236}">
                <a16:creationId xmlns:a16="http://schemas.microsoft.com/office/drawing/2014/main" id="{4CA87B31-A63C-44AB-8AF4-B1AB2C558E08}"/>
              </a:ext>
            </a:extLst>
          </p:cNvPr>
          <p:cNvSpPr>
            <a:spLocks xmlns:a="http://schemas.openxmlformats.org/drawingml/2006/main" noGrp="1"/>
          </p:cNvSpPr>
          <p:nvPr/>
        </p:nvSpPr>
        <p:spPr>
          <a:xfrm xmlns:a="http://schemas.openxmlformats.org/drawingml/2006/main">
            <a:off x="658368" y="3675887"/>
            <a:ext cx="73152" cy="1901952"/>
          </a:xfrm>
          <a:prstGeom xmlns:a="http://schemas.openxmlformats.org/drawingml/2006/main" prst="roundRect">
            <a:avLst/>
          </a:prstGeom>
          <a:solidFill xmlns:a="http://schemas.openxmlformats.org/drawingml/2006/main">
            <a:srgbClr val="39AD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Rounded Rectangle 50">
            <a:extLst xmlns:a="http://schemas.openxmlformats.org/drawingml/2006/main">
              <a:ext uri="{FF2B5EF4-FFF2-40B4-BE49-F238E27FC236}">
                <a16:creationId xmlns:a16="http://schemas.microsoft.com/office/drawing/2014/main" id="{920CB68A-8C90-44B2-AB20-5378661CA301}"/>
              </a:ext>
            </a:extLst>
          </p:cNvPr>
          <p:cNvSpPr>
            <a:spLocks xmlns:a="http://schemas.openxmlformats.org/drawingml/2006/main" noGrp="1"/>
          </p:cNvSpPr>
          <p:nvPr/>
        </p:nvSpPr>
        <p:spPr>
          <a:xfrm xmlns:a="http://schemas.openxmlformats.org/drawingml/2006/main">
            <a:off x="4114800" y="3675887"/>
            <a:ext cx="3063240" cy="1901952"/>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Rounded Rectangle 51">
            <a:extLst xmlns:a="http://schemas.openxmlformats.org/drawingml/2006/main">
              <a:ext uri="{FF2B5EF4-FFF2-40B4-BE49-F238E27FC236}">
                <a16:creationId xmlns:a16="http://schemas.microsoft.com/office/drawing/2014/main" id="{96F4B263-9339-4ACA-99F0-5EFACB9D625C}"/>
              </a:ext>
            </a:extLst>
          </p:cNvPr>
          <p:cNvSpPr>
            <a:spLocks xmlns:a="http://schemas.openxmlformats.org/drawingml/2006/main" noGrp="1"/>
          </p:cNvSpPr>
          <p:nvPr/>
        </p:nvSpPr>
        <p:spPr>
          <a:xfrm xmlns:a="http://schemas.openxmlformats.org/drawingml/2006/main">
            <a:off x="4114800" y="3675887"/>
            <a:ext cx="73152" cy="1901952"/>
          </a:xfrm>
          <a:prstGeom xmlns:a="http://schemas.openxmlformats.org/drawingml/2006/main" prst="roundRect">
            <a:avLst/>
          </a:prstGeom>
          <a:solidFill xmlns:a="http://schemas.openxmlformats.org/drawingml/2006/main">
            <a:srgbClr val="39AD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Rounded Rectangle 60">
            <a:extLst xmlns:a="http://schemas.openxmlformats.org/drawingml/2006/main">
              <a:ext uri="{FF2B5EF4-FFF2-40B4-BE49-F238E27FC236}">
                <a16:creationId xmlns:a16="http://schemas.microsoft.com/office/drawing/2014/main" id="{94A358DE-F40C-457F-BC2B-26D0625CEA83}"/>
              </a:ext>
            </a:extLst>
          </p:cNvPr>
          <p:cNvSpPr>
            <a:spLocks xmlns:a="http://schemas.openxmlformats.org/drawingml/2006/main" noGrp="1"/>
          </p:cNvSpPr>
          <p:nvPr/>
        </p:nvSpPr>
        <p:spPr>
          <a:xfrm xmlns:a="http://schemas.openxmlformats.org/drawingml/2006/main">
            <a:off x="7571231" y="3675887"/>
            <a:ext cx="3063240" cy="1901952"/>
          </a:xfrm>
          <a:prstGeom xmlns:a="http://schemas.openxmlformats.org/drawingml/2006/main" prst="roundRect">
            <a:avLst/>
          </a:prstGeom>
          <a:solidFill xmlns:a="http://schemas.openxmlformats.org/drawingml/2006/main">
            <a:srgbClr val="FFFFFF"/>
          </a:solidFill>
          <a:ln xmlns:a="http://schemas.openxmlformats.org/drawingml/2006/main" w="8890">
            <a:solidFill>
              <a:srgbClr val="D3E3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2" name="Rounded Rectangle 61">
            <a:extLst xmlns:a="http://schemas.openxmlformats.org/drawingml/2006/main">
              <a:ext uri="{FF2B5EF4-FFF2-40B4-BE49-F238E27FC236}">
                <a16:creationId xmlns:a16="http://schemas.microsoft.com/office/drawing/2014/main" id="{55A4D961-D823-45C7-BA4E-144FCBD58DED}"/>
              </a:ext>
            </a:extLst>
          </p:cNvPr>
          <p:cNvSpPr>
            <a:spLocks xmlns:a="http://schemas.openxmlformats.org/drawingml/2006/main" noGrp="1"/>
          </p:cNvSpPr>
          <p:nvPr/>
        </p:nvSpPr>
        <p:spPr>
          <a:xfrm xmlns:a="http://schemas.openxmlformats.org/drawingml/2006/main">
            <a:off x="7571231" y="3675887"/>
            <a:ext cx="73152" cy="1901952"/>
          </a:xfrm>
          <a:prstGeom xmlns:a="http://schemas.openxmlformats.org/drawingml/2006/main" prst="roundRect">
            <a:avLst/>
          </a:prstGeom>
          <a:solidFill xmlns:a="http://schemas.openxmlformats.org/drawingml/2006/main">
            <a:srgbClr val="F0404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Rounded Rectangle 70">
            <a:extLst xmlns:a="http://schemas.openxmlformats.org/drawingml/2006/main">
              <a:ext uri="{FF2B5EF4-FFF2-40B4-BE49-F238E27FC236}">
                <a16:creationId xmlns:a16="http://schemas.microsoft.com/office/drawing/2014/main" id="{0E1A7553-7503-4006-B981-892FC7537343}"/>
              </a:ext>
            </a:extLst>
          </p:cNvPr>
          <p:cNvSpPr>
            <a:spLocks xmlns:a="http://schemas.openxmlformats.org/drawingml/2006/main" noGrp="1"/>
          </p:cNvSpPr>
          <p:nvPr/>
        </p:nvSpPr>
        <p:spPr>
          <a:xfrm xmlns:a="http://schemas.openxmlformats.org/drawingml/2006/main">
            <a:off x="658368" y="5806440"/>
            <a:ext cx="9976104" cy="429768"/>
          </a:xfrm>
          <a:prstGeom xmlns:a="http://schemas.openxmlformats.org/drawingml/2006/main" prst="roundRect">
            <a:avLst/>
          </a:prstGeom>
          <a:solidFill xmlns:a="http://schemas.openxmlformats.org/drawingml/2006/main">
            <a:srgbClr val="F8FB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2" name="TextBox 71">
            <a:extLst xmlns:a="http://schemas.openxmlformats.org/drawingml/2006/main">
              <a:ext uri="{FF2B5EF4-FFF2-40B4-BE49-F238E27FC236}">
                <a16:creationId xmlns:a16="http://schemas.microsoft.com/office/drawing/2014/main" id="{47A5EF1E-C915-4197-9490-D3EA6AB284F5}"/>
              </a:ext>
            </a:extLst>
          </p:cNvPr>
          <p:cNvSpPr>
            <a:spLocks xmlns:a="http://schemas.openxmlformats.org/drawingml/2006/main" noGrp="1"/>
          </p:cNvSpPr>
          <p:nvPr/>
        </p:nvSpPr>
        <p:spPr>
          <a:xfrm xmlns:a="http://schemas.openxmlformats.org/drawingml/2006/main">
            <a:off x="868680" y="5888736"/>
            <a:ext cx="1280160"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19" b="1">
                <a:solidFill>
                  <a:srgbClr val="1A69E1"/>
                </a:solidFill>
                <a:latin typeface="Arial"/>
                <a:ea typeface="Arial"/>
                <a:cs typeface="Arial"/>
              </a:rPr>
              <a:t>KIẾN TRÚC:</a:t>
            </a:r>
          </a:p>
        </p:txBody>
      </p:sp>
      <p:sp>
        <p:nvSpPr>
          <p:cNvPr id="73" name="TextBox 72">
            <a:extLst xmlns:a="http://schemas.openxmlformats.org/drawingml/2006/main">
              <a:ext uri="{FF2B5EF4-FFF2-40B4-BE49-F238E27FC236}">
                <a16:creationId xmlns:a16="http://schemas.microsoft.com/office/drawing/2014/main" id="{15F7291F-6242-46F4-9FFF-D699EEBEE918}"/>
              </a:ext>
            </a:extLst>
          </p:cNvPr>
          <p:cNvSpPr>
            <a:spLocks xmlns:a="http://schemas.openxmlformats.org/drawingml/2006/main" noGrp="1"/>
          </p:cNvSpPr>
          <p:nvPr/>
        </p:nvSpPr>
        <p:spPr>
          <a:xfrm xmlns:a="http://schemas.openxmlformats.org/drawingml/2006/main">
            <a:off x="1993392" y="5852160"/>
            <a:ext cx="813816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80" b="1">
                <a:solidFill>
                  <a:srgbClr val="08275B"/>
                </a:solidFill>
                <a:latin typeface="Arial"/>
                <a:ea typeface="Arial"/>
                <a:cs typeface="Arial"/>
              </a:rPr>
              <a:t>Vue.js  →  Laravel / PHP  →  Database     |     VS Code + Node.js + GitHub hỗ trợ phát triển</a:t>
            </a:r>
          </a:p>
        </p:txBody>
      </p:sp>
      <p:sp>
        <p:nvSpPr>
          <p:cNvPr id="74" name="Connector 73">
            <a:extLst xmlns:a="http://schemas.openxmlformats.org/drawingml/2006/main">
              <a:ext uri="{FF2B5EF4-FFF2-40B4-BE49-F238E27FC236}">
                <a16:creationId xmlns:a16="http://schemas.microsoft.com/office/drawing/2014/main" id="{2EB3EA97-0F13-4C15-B3DE-24296920FEB6}"/>
              </a:ext>
            </a:extLst>
          </p:cNvPr>
          <p:cNvSpPr>
            <a:spLocks xmlns:a="http://schemas.openxmlformats.org/drawingml/2006/main" noGrp="1"/>
          </p:cNvSpPr>
          <p:nvPr/>
        </p:nvSpPr>
        <p:spPr>
          <a:xfrm xmlns:a="http://schemas.openxmlformats.org/drawingml/2006/main">
            <a:off x="658368" y="6419088"/>
            <a:ext cx="10817352" cy="0"/>
          </a:xfrm>
          <a:prstGeom xmlns:a="http://schemas.openxmlformats.org/drawingml/2006/main" prst="line">
            <a:avLst/>
          </a:prstGeom>
          <a:ln xmlns:a="http://schemas.openxmlformats.org/drawingml/2006/main" w="12700">
            <a:solidFill>
              <a:srgbClr val="CDDEEF"/>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5" name="TextBox 74">
            <a:extLst xmlns:a="http://schemas.openxmlformats.org/drawingml/2006/main">
              <a:ext uri="{FF2B5EF4-FFF2-40B4-BE49-F238E27FC236}">
                <a16:creationId xmlns:a16="http://schemas.microsoft.com/office/drawing/2014/main" id="{9B82D1D6-EBB4-4EC3-BC03-D17EE6B1F1C0}"/>
              </a:ext>
            </a:extLst>
          </p:cNvPr>
          <p:cNvSpPr>
            <a:spLocks xmlns:a="http://schemas.openxmlformats.org/drawingml/2006/main" noGrp="1"/>
          </p:cNvSpPr>
          <p:nvPr/>
        </p:nvSpPr>
        <p:spPr>
          <a:xfrm xmlns:a="http://schemas.openxmlformats.org/drawingml/2006/main">
            <a:off x="658368" y="6501384"/>
            <a:ext cx="2743200" cy="1463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50" b="0">
                <a:solidFill>
                  <a:srgbClr val="54657D"/>
                </a:solidFill>
                <a:latin typeface="Arial"/>
                <a:ea typeface="Arial"/>
                <a:cs typeface="Arial"/>
              </a:rPr>
              <a:t>WEBSITE LAPTOP &amp; ACCESSORIES</a:t>
            </a:r>
          </a:p>
        </p:txBody>
      </p:sp>
      <p:pic>
        <p:nvPicPr>
          <p:cNvPr id="105" name="Picture 12"/>
          <p:cNvPicPr>
            <a:picLocks xmlns:a="http://schemas.openxmlformats.org/drawingml/2006/main" noChangeAspect="1"/>
          </p:cNvPicPr>
          <p:nvPr/>
        </p:nvPicPr>
        <p:blipFill>
          <a:blip xmlns:r="http://schemas.openxmlformats.org/officeDocument/2006/relationships" xmlns:a="http://schemas.openxmlformats.org/drawingml/2006/main" r:embed="Re44fd0b926424357"/>
          <a:stretch xmlns:a="http://schemas.openxmlformats.org/drawingml/2006/main">
            <a:fillRect l="0" t="0" r="0" b="0"/>
          </a:stretch>
        </p:blipFill>
        <p:spPr>
          <a:xfrm xmlns:a="http://schemas.openxmlformats.org/drawingml/2006/main">
            <a:off x="859535" y="1664208"/>
            <a:ext cx="2691385" cy="1518217"/>
          </a:xfrm>
          <a:prstGeom xmlns:a="http://schemas.openxmlformats.org/drawingml/2006/main" prst="rect">
            <a:avLst/>
          </a:prstGeom>
        </p:spPr>
      </p:pic>
      <p:pic>
        <p:nvPicPr>
          <p:cNvPr id="106" name="Picture 13"/>
          <p:cNvPicPr>
            <a:picLocks xmlns:a="http://schemas.openxmlformats.org/drawingml/2006/main" noChangeAspect="1"/>
          </p:cNvPicPr>
          <p:nvPr/>
        </p:nvPicPr>
        <p:blipFill>
          <a:blip xmlns:r="http://schemas.openxmlformats.org/officeDocument/2006/relationships" xmlns:a="http://schemas.openxmlformats.org/drawingml/2006/main" r:embed="Rea02d61b4aa34849"/>
          <a:stretch xmlns:a="http://schemas.openxmlformats.org/drawingml/2006/main">
            <a:fillRect l="0" t="0" r="0" b="0"/>
          </a:stretch>
        </p:blipFill>
        <p:spPr>
          <a:xfrm xmlns:a="http://schemas.openxmlformats.org/drawingml/2006/main">
            <a:off x="4358965" y="1664208"/>
            <a:ext cx="2643816" cy="1518217"/>
          </a:xfrm>
          <a:prstGeom xmlns:a="http://schemas.openxmlformats.org/drawingml/2006/main" prst="rect">
            <a:avLst/>
          </a:prstGeom>
        </p:spPr>
      </p:pic>
      <p:pic>
        <p:nvPicPr>
          <p:cNvPr id="107" name="Picture 14"/>
          <p:cNvPicPr>
            <a:picLocks xmlns:a="http://schemas.openxmlformats.org/drawingml/2006/main" noChangeAspect="1"/>
          </p:cNvPicPr>
          <p:nvPr/>
        </p:nvPicPr>
        <p:blipFill>
          <a:blip xmlns:r="http://schemas.openxmlformats.org/officeDocument/2006/relationships" xmlns:a="http://schemas.openxmlformats.org/drawingml/2006/main" r:embed="R98ac02abf52b484b"/>
          <a:stretch xmlns:a="http://schemas.openxmlformats.org/drawingml/2006/main">
            <a:fillRect l="0" t="0" r="0" b="0"/>
          </a:stretch>
        </p:blipFill>
        <p:spPr>
          <a:xfrm xmlns:a="http://schemas.openxmlformats.org/drawingml/2006/main">
            <a:off x="7778171" y="1664208"/>
            <a:ext cx="2711930" cy="1518217"/>
          </a:xfrm>
          <a:prstGeom xmlns:a="http://schemas.openxmlformats.org/drawingml/2006/main" prst="rect">
            <a:avLst/>
          </a:prstGeom>
        </p:spPr>
      </p:pic>
      <p:pic>
        <p:nvPicPr>
          <p:cNvPr id="108" name="Picture 15"/>
          <p:cNvPicPr>
            <a:picLocks xmlns:a="http://schemas.openxmlformats.org/drawingml/2006/main" noChangeAspect="1"/>
          </p:cNvPicPr>
          <p:nvPr/>
        </p:nvPicPr>
        <p:blipFill>
          <a:blip xmlns:r="http://schemas.openxmlformats.org/officeDocument/2006/relationships" xmlns:a="http://schemas.openxmlformats.org/drawingml/2006/main" r:embed="R0a650b4c45894e07"/>
          <a:stretch xmlns:a="http://schemas.openxmlformats.org/drawingml/2006/main">
            <a:fillRect l="0" t="0" r="0" b="0"/>
          </a:stretch>
        </p:blipFill>
        <p:spPr>
          <a:xfrm xmlns:a="http://schemas.openxmlformats.org/drawingml/2006/main">
            <a:off x="868680" y="3867912"/>
            <a:ext cx="2643592" cy="1484827"/>
          </a:xfrm>
          <a:prstGeom xmlns:a="http://schemas.openxmlformats.org/drawingml/2006/main" prst="rect">
            <a:avLst/>
          </a:prstGeom>
        </p:spPr>
      </p:pic>
      <p:pic>
        <p:nvPicPr>
          <p:cNvPr id="109" name="Picture 16"/>
          <p:cNvPicPr>
            <a:picLocks xmlns:a="http://schemas.openxmlformats.org/drawingml/2006/main" noChangeAspect="1"/>
          </p:cNvPicPr>
          <p:nvPr/>
        </p:nvPicPr>
        <p:blipFill>
          <a:blip xmlns:r="http://schemas.openxmlformats.org/officeDocument/2006/relationships" xmlns:a="http://schemas.openxmlformats.org/drawingml/2006/main" r:embed="Ref797406f038475a"/>
          <a:stretch xmlns:a="http://schemas.openxmlformats.org/drawingml/2006/main">
            <a:fillRect l="0" t="0" r="0" b="0"/>
          </a:stretch>
        </p:blipFill>
        <p:spPr>
          <a:xfrm xmlns:a="http://schemas.openxmlformats.org/drawingml/2006/main">
            <a:off x="4432116" y="3867912"/>
            <a:ext cx="2491415" cy="1528476"/>
          </a:xfrm>
          <a:prstGeom xmlns:a="http://schemas.openxmlformats.org/drawingml/2006/main" prst="rect">
            <a:avLst/>
          </a:prstGeom>
        </p:spPr>
      </p:pic>
      <p:pic>
        <p:nvPicPr>
          <p:cNvPr id="110" name="Picture 17"/>
          <p:cNvPicPr>
            <a:picLocks xmlns:a="http://schemas.openxmlformats.org/drawingml/2006/main" noChangeAspect="1"/>
          </p:cNvPicPr>
          <p:nvPr/>
        </p:nvPicPr>
        <p:blipFill>
          <a:blip xmlns:r="http://schemas.openxmlformats.org/officeDocument/2006/relationships" xmlns:a="http://schemas.openxmlformats.org/drawingml/2006/main" r:embed="Rbeb63cda29164ea9"/>
          <a:stretch xmlns:a="http://schemas.openxmlformats.org/drawingml/2006/main">
            <a:fillRect l="0" t="0" r="0" b="0"/>
          </a:stretch>
        </p:blipFill>
        <p:spPr>
          <a:xfrm xmlns:a="http://schemas.openxmlformats.org/drawingml/2006/main">
            <a:off x="7741451" y="3956943"/>
            <a:ext cx="2786303" cy="1395796"/>
          </a:xfrm>
          <a:prstGeom xmlns:a="http://schemas.openxmlformats.org/drawingml/2006/main" prst="rect">
            <a:avLst/>
          </a:prstGeom>
        </p:spPr>
      </p:pic>
      <p:pic>
        <p:nvPicPr>
          <p:cNvPr id="111" name="Picture 6"/>
          <p:cNvPicPr>
            <a:picLocks xmlns:a="http://schemas.openxmlformats.org/drawingml/2006/main" noChangeAspect="1"/>
          </p:cNvPicPr>
          <p:nvPr/>
        </p:nvPicPr>
        <p:blipFill>
          <a:blip xmlns:r="http://schemas.openxmlformats.org/officeDocument/2006/relationships" xmlns:a="http://schemas.openxmlformats.org/drawingml/2006/main" r:embed="R3a4a07e1bbdb4d2a"/>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95783064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5715564B-004C-4E5A-BFBD-D4AC78A41262}"/>
              </a:ext>
            </a:extLst>
          </p:cNvPr>
          <p:cNvSpPr>
            <a:spLocks xmlns:a="http://schemas.openxmlformats.org/drawingml/2006/main" noGrp="1"/>
          </p:cNvSpPr>
          <p:nvPr/>
        </p:nvSpPr>
        <p:spPr>
          <a:xfrm xmlns:a="http://schemas.openxmlformats.org/drawingml/2006/main">
            <a:off x="384048" y="256032"/>
            <a:ext cx="658368" cy="658368"/>
          </a:xfrm>
          <a:prstGeom xmlns:a="http://schemas.openxmlformats.org/drawingml/2006/main" prst="ellipse">
            <a:avLst/>
          </a:prstGeom>
          <a:solidFill xmlns:a="http://schemas.openxmlformats.org/drawingml/2006/main">
            <a:srgbClr val="E8F5FF"/>
          </a:solidFill>
          <a:ln xmlns:a="http://schemas.openxmlformats.org/drawingml/2006/main" w="10160">
            <a:solidFill>
              <a:srgbClr val="CDE2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6E54B539-4CA5-480E-A1AE-505B26E3A6E4}"/>
              </a:ext>
            </a:extLst>
          </p:cNvPr>
          <p:cNvSpPr>
            <a:spLocks xmlns:a="http://schemas.openxmlformats.org/drawingml/2006/main" noGrp="1"/>
          </p:cNvSpPr>
          <p:nvPr/>
        </p:nvSpPr>
        <p:spPr>
          <a:xfrm xmlns:a="http://schemas.openxmlformats.org/drawingml/2006/main">
            <a:off x="384048" y="384048"/>
            <a:ext cx="658368"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300" b="1">
                <a:solidFill>
                  <a:srgbClr val="1C70DC"/>
                </a:solidFill>
                <a:latin typeface="Arial"/>
                <a:ea typeface="Arial"/>
                <a:cs typeface="Arial"/>
              </a:rPr>
              <a:t>04</a:t>
            </a:r>
          </a:p>
        </p:txBody>
      </p:sp>
      <p:sp>
        <p:nvSpPr>
          <p:cNvPr id="4" name="TextBox 3">
            <a:extLst xmlns:a="http://schemas.openxmlformats.org/drawingml/2006/main">
              <a:ext uri="{FF2B5EF4-FFF2-40B4-BE49-F238E27FC236}">
                <a16:creationId xmlns:a16="http://schemas.microsoft.com/office/drawing/2014/main" id="{D3ED5F62-3616-4FBA-8CE4-582D2FD03A6B}"/>
              </a:ext>
            </a:extLst>
          </p:cNvPr>
          <p:cNvSpPr>
            <a:spLocks xmlns:a="http://schemas.openxmlformats.org/drawingml/2006/main" noGrp="1"/>
          </p:cNvSpPr>
          <p:nvPr/>
        </p:nvSpPr>
        <p:spPr>
          <a:xfrm xmlns:a="http://schemas.openxmlformats.org/drawingml/2006/main">
            <a:off x="1298448" y="219456"/>
            <a:ext cx="2194560" cy="182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00" b="0">
                <a:solidFill>
                  <a:srgbClr val="1C70DC"/>
                </a:solidFill>
                <a:latin typeface="Arial"/>
                <a:ea typeface="Arial"/>
                <a:cs typeface="Arial"/>
              </a:rPr>
              <a:t>DATABASE DESIGN</a:t>
            </a:r>
          </a:p>
        </p:txBody>
      </p:sp>
      <p:sp>
        <p:nvSpPr>
          <p:cNvPr id="5" name="TextBox 4">
            <a:extLst xmlns:a="http://schemas.openxmlformats.org/drawingml/2006/main">
              <a:ext uri="{FF2B5EF4-FFF2-40B4-BE49-F238E27FC236}">
                <a16:creationId xmlns:a16="http://schemas.microsoft.com/office/drawing/2014/main" id="{BF43E7EA-0FAE-4343-99A3-9BB724FB3BCB}"/>
              </a:ext>
            </a:extLst>
          </p:cNvPr>
          <p:cNvSpPr>
            <a:spLocks xmlns:a="http://schemas.openxmlformats.org/drawingml/2006/main" noGrp="1"/>
          </p:cNvSpPr>
          <p:nvPr/>
        </p:nvSpPr>
        <p:spPr>
          <a:xfrm xmlns:a="http://schemas.openxmlformats.org/drawingml/2006/main">
            <a:off x="1298448" y="457200"/>
            <a:ext cx="3657600" cy="38404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2700" b="1">
                <a:solidFill>
                  <a:srgbClr val="08275B"/>
                </a:solidFill>
                <a:latin typeface="Arial"/>
                <a:ea typeface="Arial"/>
                <a:cs typeface="Arial"/>
              </a:rPr>
              <a:t>Sơ đồ ERD</a:t>
            </a:r>
          </a:p>
        </p:txBody>
      </p:sp>
      <p:sp>
        <p:nvSpPr>
          <p:cNvPr id="6" name="TextBox 5">
            <a:extLst xmlns:a="http://schemas.openxmlformats.org/drawingml/2006/main">
              <a:ext uri="{FF2B5EF4-FFF2-40B4-BE49-F238E27FC236}">
                <a16:creationId xmlns:a16="http://schemas.microsoft.com/office/drawing/2014/main" id="{FC2FAD55-C68E-4437-80D4-9D1561844A21}"/>
              </a:ext>
            </a:extLst>
          </p:cNvPr>
          <p:cNvSpPr>
            <a:spLocks xmlns:a="http://schemas.openxmlformats.org/drawingml/2006/main" noGrp="1"/>
          </p:cNvSpPr>
          <p:nvPr/>
        </p:nvSpPr>
        <p:spPr>
          <a:xfrm xmlns:a="http://schemas.openxmlformats.org/drawingml/2006/main">
            <a:off x="1298448" y="841248"/>
            <a:ext cx="640080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000" b="0">
                <a:solidFill>
                  <a:srgbClr val="5A6778"/>
                </a:solidFill>
                <a:latin typeface="Arial"/>
                <a:ea typeface="Arial"/>
                <a:cs typeface="Arial"/>
              </a:rPr>
              <a:t>Mô hình quan hệ dữ liệu chính của website bán laptop &amp; phụ kiện</a:t>
            </a:r>
          </a:p>
        </p:txBody>
      </p:sp>
      <p:sp>
        <p:nvSpPr>
          <p:cNvPr id="7" name="Connector 6">
            <a:extLst xmlns:a="http://schemas.openxmlformats.org/drawingml/2006/main">
              <a:ext uri="{FF2B5EF4-FFF2-40B4-BE49-F238E27FC236}">
                <a16:creationId xmlns:a16="http://schemas.microsoft.com/office/drawing/2014/main" id="{8F698C09-D880-41E6-9075-2E8F91B6D304}"/>
              </a:ext>
            </a:extLst>
          </p:cNvPr>
          <p:cNvSpPr>
            <a:spLocks xmlns:a="http://schemas.openxmlformats.org/drawingml/2006/main" noGrp="1"/>
          </p:cNvSpPr>
          <p:nvPr/>
        </p:nvSpPr>
        <p:spPr>
          <a:xfrm xmlns:a="http://schemas.openxmlformats.org/drawingml/2006/main">
            <a:off x="8229600" y="612648"/>
            <a:ext cx="914400" cy="0"/>
          </a:xfrm>
          <a:prstGeom xmlns:a="http://schemas.openxmlformats.org/drawingml/2006/main" prst="line">
            <a:avLst/>
          </a:prstGeom>
          <a:ln xmlns:a="http://schemas.openxmlformats.org/drawingml/2006/main" w="12700">
            <a:solidFill>
              <a:srgbClr val="6EA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63" name="TextBox 162">
            <a:extLst xmlns:a="http://schemas.openxmlformats.org/drawingml/2006/main">
              <a:ext uri="{FF2B5EF4-FFF2-40B4-BE49-F238E27FC236}">
                <a16:creationId xmlns:a16="http://schemas.microsoft.com/office/drawing/2014/main" id="{7E46FAA8-8212-48D0-BF15-F224F45F0BE2}"/>
              </a:ext>
            </a:extLst>
          </p:cNvPr>
          <p:cNvSpPr>
            <a:spLocks xmlns:a="http://schemas.openxmlformats.org/drawingml/2006/main" noGrp="1"/>
          </p:cNvSpPr>
          <p:nvPr/>
        </p:nvSpPr>
        <p:spPr>
          <a:xfrm xmlns:a="http://schemas.openxmlformats.org/drawingml/2006/main">
            <a:off x="9562996" y="1738820"/>
            <a:ext cx="15544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1C70DC"/>
                </a:solidFill>
                <a:latin typeface="Arial"/>
                <a:ea typeface="Arial"/>
                <a:cs typeface="Arial"/>
              </a:rPr>
              <a:t>CHÚ THÍCH</a:t>
            </a:r>
          </a:p>
        </p:txBody>
      </p:sp>
      <p:sp>
        <p:nvSpPr>
          <p:cNvPr id="164" name="Rounded Rectangle 163">
            <a:extLst xmlns:a="http://schemas.openxmlformats.org/drawingml/2006/main">
              <a:ext uri="{FF2B5EF4-FFF2-40B4-BE49-F238E27FC236}">
                <a16:creationId xmlns:a16="http://schemas.microsoft.com/office/drawing/2014/main" id="{EF51B4DE-11A7-4649-9E0C-41A24607AA4B}"/>
              </a:ext>
            </a:extLst>
          </p:cNvPr>
          <p:cNvSpPr>
            <a:spLocks xmlns:a="http://schemas.openxmlformats.org/drawingml/2006/main" noGrp="1"/>
          </p:cNvSpPr>
          <p:nvPr/>
        </p:nvSpPr>
        <p:spPr>
          <a:xfrm xmlns:a="http://schemas.openxmlformats.org/drawingml/2006/main">
            <a:off x="9281160" y="2194560"/>
            <a:ext cx="566928" cy="237744"/>
          </a:xfrm>
          <a:prstGeom xmlns:a="http://schemas.openxmlformats.org/drawingml/2006/main" prst="roundRect">
            <a:avLst/>
          </a:prstGeom>
          <a:solidFill xmlns:a="http://schemas.openxmlformats.org/drawingml/2006/main">
            <a:srgbClr val="FFEFD2"/>
          </a:solidFill>
          <a:ln xmlns:a="http://schemas.openxmlformats.org/drawingml/2006/main" w="8890">
            <a:solidFill>
              <a:srgbClr val="F0A13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5" name="TextBox 164">
            <a:extLst xmlns:a="http://schemas.openxmlformats.org/drawingml/2006/main">
              <a:ext uri="{FF2B5EF4-FFF2-40B4-BE49-F238E27FC236}">
                <a16:creationId xmlns:a16="http://schemas.microsoft.com/office/drawing/2014/main" id="{0BCE45AE-2473-460F-BD8B-790DF70BF9FA}"/>
              </a:ext>
            </a:extLst>
          </p:cNvPr>
          <p:cNvSpPr>
            <a:spLocks xmlns:a="http://schemas.openxmlformats.org/drawingml/2006/main" noGrp="1"/>
          </p:cNvSpPr>
          <p:nvPr/>
        </p:nvSpPr>
        <p:spPr>
          <a:xfrm xmlns:a="http://schemas.openxmlformats.org/drawingml/2006/main">
            <a:off x="9948672" y="2194560"/>
            <a:ext cx="109728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00" b="0">
                <a:solidFill>
                  <a:srgbClr val="5A6778"/>
                </a:solidFill>
                <a:latin typeface="Arial"/>
                <a:ea typeface="Arial"/>
                <a:cs typeface="Arial"/>
              </a:rPr>
              <a:t>Thực</a:t>
            </a:r>
            <a:r>
              <a:rPr sz="700" b="0">
                <a:solidFill>
                  <a:srgbClr val="5A6778"/>
                </a:solidFill>
                <a:latin typeface="Arial"/>
                <a:ea typeface="Arial"/>
                <a:cs typeface="Arial"/>
              </a:rPr>
              <a:t> </a:t>
            </a:r>
            <a:r>
              <a:rPr sz="700" b="0">
                <a:solidFill>
                  <a:srgbClr val="5A6778"/>
                </a:solidFill>
                <a:latin typeface="Arial"/>
                <a:ea typeface="Arial"/>
                <a:cs typeface="Arial"/>
              </a:rPr>
              <a:t>thể</a:t>
            </a:r>
          </a:p>
        </p:txBody>
      </p:sp>
      <p:sp>
        <p:nvSpPr>
          <p:cNvPr id="166" name="Oval 165">
            <a:extLst xmlns:a="http://schemas.openxmlformats.org/drawingml/2006/main">
              <a:ext uri="{FF2B5EF4-FFF2-40B4-BE49-F238E27FC236}">
                <a16:creationId xmlns:a16="http://schemas.microsoft.com/office/drawing/2014/main" id="{3EF71885-4F90-46F2-9348-D608393D0B6A}"/>
              </a:ext>
            </a:extLst>
          </p:cNvPr>
          <p:cNvSpPr>
            <a:spLocks xmlns:a="http://schemas.openxmlformats.org/drawingml/2006/main" noGrp="1"/>
          </p:cNvSpPr>
          <p:nvPr/>
        </p:nvSpPr>
        <p:spPr>
          <a:xfrm xmlns:a="http://schemas.openxmlformats.org/drawingml/2006/main">
            <a:off x="9281160" y="2560320"/>
            <a:ext cx="566928" cy="237744"/>
          </a:xfrm>
          <a:prstGeom xmlns:a="http://schemas.openxmlformats.org/drawingml/2006/main" prst="ellipse">
            <a:avLst/>
          </a:prstGeom>
          <a:solidFill xmlns:a="http://schemas.openxmlformats.org/drawingml/2006/main">
            <a:srgbClr val="E8F5FF"/>
          </a:solidFill>
          <a:ln xmlns:a="http://schemas.openxmlformats.org/drawingml/2006/main" w="8890">
            <a:solidFill>
              <a:srgbClr val="4BAB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7" name="TextBox 166">
            <a:extLst xmlns:a="http://schemas.openxmlformats.org/drawingml/2006/main">
              <a:ext uri="{FF2B5EF4-FFF2-40B4-BE49-F238E27FC236}">
                <a16:creationId xmlns:a16="http://schemas.microsoft.com/office/drawing/2014/main" id="{3C5F7538-6FB9-4DD9-B552-5CE9E9141741}"/>
              </a:ext>
            </a:extLst>
          </p:cNvPr>
          <p:cNvSpPr>
            <a:spLocks xmlns:a="http://schemas.openxmlformats.org/drawingml/2006/main" noGrp="1"/>
          </p:cNvSpPr>
          <p:nvPr/>
        </p:nvSpPr>
        <p:spPr>
          <a:xfrm xmlns:a="http://schemas.openxmlformats.org/drawingml/2006/main">
            <a:off x="9948672" y="2560320"/>
            <a:ext cx="109728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00" b="0">
                <a:solidFill>
                  <a:srgbClr val="5A6778"/>
                </a:solidFill>
                <a:latin typeface="Arial"/>
                <a:ea typeface="Arial"/>
                <a:cs typeface="Arial"/>
              </a:rPr>
              <a:t>Thuộc</a:t>
            </a:r>
            <a:r>
              <a:rPr sz="700" b="0">
                <a:solidFill>
                  <a:srgbClr val="5A6778"/>
                </a:solidFill>
                <a:latin typeface="Arial"/>
                <a:ea typeface="Arial"/>
                <a:cs typeface="Arial"/>
              </a:rPr>
              <a:t> </a:t>
            </a:r>
            <a:r>
              <a:rPr sz="700" b="0">
                <a:solidFill>
                  <a:srgbClr val="5A6778"/>
                </a:solidFill>
                <a:latin typeface="Arial"/>
                <a:ea typeface="Arial"/>
                <a:cs typeface="Arial"/>
              </a:rPr>
              <a:t>tính</a:t>
            </a:r>
          </a:p>
        </p:txBody>
      </p:sp>
      <p:sp>
        <p:nvSpPr>
          <p:cNvPr id="168" name="Diamond 167">
            <a:extLst xmlns:a="http://schemas.openxmlformats.org/drawingml/2006/main">
              <a:ext uri="{FF2B5EF4-FFF2-40B4-BE49-F238E27FC236}">
                <a16:creationId xmlns:a16="http://schemas.microsoft.com/office/drawing/2014/main" id="{6DE7FA84-9951-49CD-AF7B-F9EDDB145C7A}"/>
              </a:ext>
            </a:extLst>
          </p:cNvPr>
          <p:cNvSpPr>
            <a:spLocks xmlns:a="http://schemas.openxmlformats.org/drawingml/2006/main" noGrp="1"/>
          </p:cNvSpPr>
          <p:nvPr/>
        </p:nvSpPr>
        <p:spPr>
          <a:xfrm xmlns:a="http://schemas.openxmlformats.org/drawingml/2006/main">
            <a:off x="9281160" y="2926080"/>
            <a:ext cx="566928" cy="274320"/>
          </a:xfrm>
          <a:prstGeom xmlns:a="http://schemas.openxmlformats.org/drawingml/2006/main" prst="diamond">
            <a:avLst/>
          </a:prstGeom>
          <a:solidFill xmlns:a="http://schemas.openxmlformats.org/drawingml/2006/main">
            <a:srgbClr val="ECFAEF"/>
          </a:solidFill>
          <a:ln xmlns:a="http://schemas.openxmlformats.org/drawingml/2006/main" w="8890">
            <a:solidFill>
              <a:srgbClr val="62B86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9" name="TextBox 168">
            <a:extLst xmlns:a="http://schemas.openxmlformats.org/drawingml/2006/main">
              <a:ext uri="{FF2B5EF4-FFF2-40B4-BE49-F238E27FC236}">
                <a16:creationId xmlns:a16="http://schemas.microsoft.com/office/drawing/2014/main" id="{99495C88-8E83-4369-952D-6355D00DE912}"/>
              </a:ext>
            </a:extLst>
          </p:cNvPr>
          <p:cNvSpPr>
            <a:spLocks xmlns:a="http://schemas.openxmlformats.org/drawingml/2006/main" noGrp="1"/>
          </p:cNvSpPr>
          <p:nvPr/>
        </p:nvSpPr>
        <p:spPr>
          <a:xfrm xmlns:a="http://schemas.openxmlformats.org/drawingml/2006/main">
            <a:off x="9948672" y="2926080"/>
            <a:ext cx="109728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00" b="0">
                <a:solidFill>
                  <a:srgbClr val="5A6778"/>
                </a:solidFill>
                <a:latin typeface="Arial"/>
                <a:ea typeface="Arial"/>
                <a:cs typeface="Arial"/>
              </a:rPr>
              <a:t>Quan </a:t>
            </a:r>
            <a:r>
              <a:rPr sz="700" b="0">
                <a:solidFill>
                  <a:srgbClr val="5A6778"/>
                </a:solidFill>
                <a:latin typeface="Arial"/>
                <a:ea typeface="Arial"/>
                <a:cs typeface="Arial"/>
              </a:rPr>
              <a:t>hệ</a:t>
            </a:r>
          </a:p>
        </p:txBody>
      </p:sp>
      <p:sp>
        <p:nvSpPr>
          <p:cNvPr id="170" name="TextBox 169">
            <a:extLst xmlns:a="http://schemas.openxmlformats.org/drawingml/2006/main">
              <a:ext uri="{FF2B5EF4-FFF2-40B4-BE49-F238E27FC236}">
                <a16:creationId xmlns:a16="http://schemas.microsoft.com/office/drawing/2014/main" id="{58F0B9A8-8261-4832-BC6A-740D6C1AEF2A}"/>
              </a:ext>
            </a:extLst>
          </p:cNvPr>
          <p:cNvSpPr>
            <a:spLocks xmlns:a="http://schemas.openxmlformats.org/drawingml/2006/main" noGrp="1"/>
          </p:cNvSpPr>
          <p:nvPr/>
        </p:nvSpPr>
        <p:spPr>
          <a:xfrm xmlns:a="http://schemas.openxmlformats.org/drawingml/2006/main">
            <a:off x="685800" y="6473952"/>
            <a:ext cx="2743200" cy="1463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50" b="0">
                <a:solidFill>
                  <a:srgbClr val="5A6778"/>
                </a:solidFill>
                <a:latin typeface="Arial"/>
                <a:ea typeface="Arial"/>
                <a:cs typeface="Arial"/>
              </a:rPr>
              <a:t>WEBSITE LAPTOP &amp; ACCESSORIES</a:t>
            </a:r>
          </a:p>
        </p:txBody>
      </p:sp>
      <p:pic>
        <p:nvPicPr>
          <p:cNvPr id="187" name="Picture 171"/>
          <p:cNvPicPr>
            <a:picLocks xmlns:a="http://schemas.openxmlformats.org/drawingml/2006/main" noChangeAspect="1"/>
          </p:cNvPicPr>
          <p:nvPr/>
        </p:nvPicPr>
        <p:blipFill>
          <a:blip xmlns:r="http://schemas.openxmlformats.org/officeDocument/2006/relationships" xmlns:a="http://schemas.openxmlformats.org/drawingml/2006/main" r:embed="Rf6b9ea0235d646d8"/>
          <a:stretch xmlns:a="http://schemas.openxmlformats.org/drawingml/2006/main">
            <a:fillRect l="0" t="0" r="0" b="0"/>
          </a:stretch>
        </p:blipFill>
        <p:spPr>
          <a:xfrm xmlns:a="http://schemas.openxmlformats.org/drawingml/2006/main">
            <a:off x="1046120" y="1276415"/>
            <a:ext cx="7930732" cy="4968935"/>
          </a:xfrm>
          <a:prstGeom xmlns:a="http://schemas.openxmlformats.org/drawingml/2006/main" prst="rect">
            <a:avLst/>
          </a:prstGeom>
        </p:spPr>
      </p:pic>
      <p:pic>
        <p:nvPicPr>
          <p:cNvPr id="188" name="Picture 7"/>
          <p:cNvPicPr>
            <a:picLocks xmlns:a="http://schemas.openxmlformats.org/drawingml/2006/main" noChangeAspect="1"/>
          </p:cNvPicPr>
          <p:nvPr/>
        </p:nvPicPr>
        <p:blipFill>
          <a:blip xmlns:r="http://schemas.openxmlformats.org/officeDocument/2006/relationships" xmlns:a="http://schemas.openxmlformats.org/drawingml/2006/main" r:embed="Rddaffd73c05847f9"/>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00497577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Connector 1">
            <a:extLst xmlns:a="http://schemas.openxmlformats.org/drawingml/2006/main">
              <a:ext uri="{FF2B5EF4-FFF2-40B4-BE49-F238E27FC236}">
                <a16:creationId xmlns:a16="http://schemas.microsoft.com/office/drawing/2014/main" id="{4900DA54-9E76-48F1-98B9-5093862E722E}"/>
              </a:ext>
            </a:extLst>
          </p:cNvPr>
          <p:cNvSpPr>
            <a:spLocks xmlns:a="http://schemas.openxmlformats.org/drawingml/2006/main" noGrp="1"/>
          </p:cNvSpPr>
          <p:nvPr/>
        </p:nvSpPr>
        <p:spPr>
          <a:xfrm xmlns:a="http://schemas.openxmlformats.org/drawingml/2006/main">
            <a:off x="320040" y="0"/>
            <a:ext cx="0" cy="1874519"/>
          </a:xfrm>
          <a:prstGeom xmlns:a="http://schemas.openxmlformats.org/drawingml/2006/main" prst="line">
            <a:avLst/>
          </a:prstGeom>
          <a:ln xmlns:a="http://schemas.openxmlformats.org/drawingml/2006/main" w="10160">
            <a:solidFill>
              <a:srgbClr val="0E63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 name="Oval 2">
            <a:extLst xmlns:a="http://schemas.openxmlformats.org/drawingml/2006/main">
              <a:ext uri="{FF2B5EF4-FFF2-40B4-BE49-F238E27FC236}">
                <a16:creationId xmlns:a16="http://schemas.microsoft.com/office/drawing/2014/main" id="{793A6859-6782-4D72-9351-2749CF45B625}"/>
              </a:ext>
            </a:extLst>
          </p:cNvPr>
          <p:cNvSpPr>
            <a:spLocks xmlns:a="http://schemas.openxmlformats.org/drawingml/2006/main" noGrp="1"/>
          </p:cNvSpPr>
          <p:nvPr/>
        </p:nvSpPr>
        <p:spPr>
          <a:xfrm xmlns:a="http://schemas.openxmlformats.org/drawingml/2006/main">
            <a:off x="27431" y="466344"/>
            <a:ext cx="585216" cy="585216"/>
          </a:xfrm>
          <a:prstGeom xmlns:a="http://schemas.openxmlformats.org/drawingml/2006/main" prst="ellipse">
            <a:avLst/>
          </a:prstGeom>
          <a:solidFill xmlns:a="http://schemas.openxmlformats.org/drawingml/2006/main">
            <a:srgbClr val="E1F3FF"/>
          </a:solidFill>
          <a:ln xmlns:a="http://schemas.openxmlformats.org/drawingml/2006/main" w="1524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Oval 3">
            <a:extLst xmlns:a="http://schemas.openxmlformats.org/drawingml/2006/main">
              <a:ext uri="{FF2B5EF4-FFF2-40B4-BE49-F238E27FC236}">
                <a16:creationId xmlns:a16="http://schemas.microsoft.com/office/drawing/2014/main" id="{FA6A92DF-1441-47F1-8F9F-DEC3899A69C1}"/>
              </a:ext>
            </a:extLst>
          </p:cNvPr>
          <p:cNvSpPr>
            <a:spLocks xmlns:a="http://schemas.openxmlformats.org/drawingml/2006/main" noGrp="1"/>
          </p:cNvSpPr>
          <p:nvPr/>
        </p:nvSpPr>
        <p:spPr>
          <a:xfrm xmlns:a="http://schemas.openxmlformats.org/drawingml/2006/main">
            <a:off x="137159" y="576071"/>
            <a:ext cx="365760" cy="365760"/>
          </a:xfrm>
          <a:prstGeom xmlns:a="http://schemas.openxmlformats.org/drawingml/2006/main" prst="ellipse">
            <a:avLst/>
          </a:prstGeom>
          <a:solidFill xmlns:a="http://schemas.openxmlformats.org/drawingml/2006/main">
            <a:srgbClr val="FFFFFF"/>
          </a:solidFill>
          <a:ln xmlns:a="http://schemas.openxmlformats.org/drawingml/2006/main" w="1270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7C86AB1B-47F6-43AF-B1B7-9C922C2889BC}"/>
              </a:ext>
            </a:extLst>
          </p:cNvPr>
          <p:cNvSpPr>
            <a:spLocks xmlns:a="http://schemas.openxmlformats.org/drawingml/2006/main" noGrp="1"/>
          </p:cNvSpPr>
          <p:nvPr/>
        </p:nvSpPr>
        <p:spPr>
          <a:xfrm xmlns:a="http://schemas.openxmlformats.org/drawingml/2006/main">
            <a:off x="228599" y="667512"/>
            <a:ext cx="182880" cy="182880"/>
          </a:xfrm>
          <a:prstGeom xmlns:a="http://schemas.openxmlformats.org/drawingml/2006/main" prst="ellipse">
            <a:avLst/>
          </a:prstGeom>
          <a:solidFill xmlns:a="http://schemas.openxmlformats.org/drawingml/2006/main">
            <a:srgbClr val="6EC1F5"/>
          </a:solidFill>
          <a:ln xmlns:a="http://schemas.openxmlformats.org/drawingml/2006/main" w="889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9E59D9F5-FA9F-41CC-ADFB-5FFF4BA6ECF4}"/>
              </a:ext>
            </a:extLst>
          </p:cNvPr>
          <p:cNvSpPr>
            <a:spLocks xmlns:a="http://schemas.openxmlformats.org/drawingml/2006/main" noGrp="1"/>
          </p:cNvSpPr>
          <p:nvPr/>
        </p:nvSpPr>
        <p:spPr>
          <a:xfrm xmlns:a="http://schemas.openxmlformats.org/drawingml/2006/main">
            <a:off x="246887" y="1499616"/>
            <a:ext cx="146304" cy="146304"/>
          </a:xfrm>
          <a:prstGeom xmlns:a="http://schemas.openxmlformats.org/drawingml/2006/main" prst="ellipse">
            <a:avLst/>
          </a:prstGeom>
          <a:solidFill xmlns:a="http://schemas.openxmlformats.org/drawingml/2006/main">
            <a:srgbClr val="6EC1F5"/>
          </a:solidFill>
          <a:ln xmlns:a="http://schemas.openxmlformats.org/drawingml/2006/main" w="889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nector 6">
            <a:extLst xmlns:a="http://schemas.openxmlformats.org/drawingml/2006/main">
              <a:ext uri="{FF2B5EF4-FFF2-40B4-BE49-F238E27FC236}">
                <a16:creationId xmlns:a16="http://schemas.microsoft.com/office/drawing/2014/main" id="{DB58FCC5-7A13-4A37-B87E-4EE551AA43F0}"/>
              </a:ext>
            </a:extLst>
          </p:cNvPr>
          <p:cNvSpPr>
            <a:spLocks xmlns:a="http://schemas.openxmlformats.org/drawingml/2006/main" noGrp="1"/>
          </p:cNvSpPr>
          <p:nvPr/>
        </p:nvSpPr>
        <p:spPr>
          <a:xfrm xmlns:a="http://schemas.openxmlformats.org/drawingml/2006/main">
            <a:off x="10104120" y="384048"/>
            <a:ext cx="868680" cy="329184"/>
          </a:xfrm>
          <a:prstGeom xmlns:a="http://schemas.openxmlformats.org/drawingml/2006/main" prst="line">
            <a:avLst/>
          </a:prstGeom>
          <a:ln xmlns:a="http://schemas.openxmlformats.org/drawingml/2006/main" w="10160">
            <a:solidFill>
              <a:srgbClr val="0E63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05DE9243-8318-4E83-95C9-062C5CAF882A}"/>
              </a:ext>
            </a:extLst>
          </p:cNvPr>
          <p:cNvSpPr>
            <a:spLocks xmlns:a="http://schemas.openxmlformats.org/drawingml/2006/main" noGrp="1"/>
          </p:cNvSpPr>
          <p:nvPr/>
        </p:nvSpPr>
        <p:spPr>
          <a:xfrm xmlns:a="http://schemas.openxmlformats.org/drawingml/2006/main" flipV="1">
            <a:off x="10972800" y="228600"/>
            <a:ext cx="594360" cy="484632"/>
          </a:xfrm>
          <a:prstGeom xmlns:a="http://schemas.openxmlformats.org/drawingml/2006/main" prst="line">
            <a:avLst/>
          </a:prstGeom>
          <a:ln xmlns:a="http://schemas.openxmlformats.org/drawingml/2006/main" w="10160">
            <a:solidFill>
              <a:srgbClr val="0E63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8B010DA1-12AF-4FA9-8700-E7F9AB63DF82}"/>
              </a:ext>
            </a:extLst>
          </p:cNvPr>
          <p:cNvSpPr>
            <a:spLocks xmlns:a="http://schemas.openxmlformats.org/drawingml/2006/main" noGrp="1"/>
          </p:cNvSpPr>
          <p:nvPr/>
        </p:nvSpPr>
        <p:spPr>
          <a:xfrm xmlns:a="http://schemas.openxmlformats.org/drawingml/2006/main">
            <a:off x="9994392" y="274320"/>
            <a:ext cx="219456" cy="219456"/>
          </a:xfrm>
          <a:prstGeom xmlns:a="http://schemas.openxmlformats.org/drawingml/2006/main" prst="ellipse">
            <a:avLst/>
          </a:prstGeom>
          <a:solidFill xmlns:a="http://schemas.openxmlformats.org/drawingml/2006/main">
            <a:srgbClr val="E1F3FF"/>
          </a:solidFill>
          <a:ln xmlns:a="http://schemas.openxmlformats.org/drawingml/2006/main" w="1016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0D0D08A6-4D76-4675-A8BA-3A66C5128D56}"/>
              </a:ext>
            </a:extLst>
          </p:cNvPr>
          <p:cNvSpPr>
            <a:spLocks xmlns:a="http://schemas.openxmlformats.org/drawingml/2006/main" noGrp="1"/>
          </p:cNvSpPr>
          <p:nvPr/>
        </p:nvSpPr>
        <p:spPr>
          <a:xfrm xmlns:a="http://schemas.openxmlformats.org/drawingml/2006/main">
            <a:off x="10716768" y="457200"/>
            <a:ext cx="512064" cy="512064"/>
          </a:xfrm>
          <a:prstGeom xmlns:a="http://schemas.openxmlformats.org/drawingml/2006/main" prst="ellipse">
            <a:avLst/>
          </a:prstGeom>
          <a:solidFill xmlns:a="http://schemas.openxmlformats.org/drawingml/2006/main">
            <a:srgbClr val="E1F3FF"/>
          </a:solidFill>
          <a:ln xmlns:a="http://schemas.openxmlformats.org/drawingml/2006/main" w="1270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Oval 10">
            <a:extLst xmlns:a="http://schemas.openxmlformats.org/drawingml/2006/main">
              <a:ext uri="{FF2B5EF4-FFF2-40B4-BE49-F238E27FC236}">
                <a16:creationId xmlns:a16="http://schemas.microsoft.com/office/drawing/2014/main" id="{D327A283-BDE2-4B2F-8882-FD347E0D4B84}"/>
              </a:ext>
            </a:extLst>
          </p:cNvPr>
          <p:cNvSpPr>
            <a:spLocks xmlns:a="http://schemas.openxmlformats.org/drawingml/2006/main" noGrp="1"/>
          </p:cNvSpPr>
          <p:nvPr/>
        </p:nvSpPr>
        <p:spPr>
          <a:xfrm xmlns:a="http://schemas.openxmlformats.org/drawingml/2006/main">
            <a:off x="11475720" y="137160"/>
            <a:ext cx="182880" cy="182880"/>
          </a:xfrm>
          <a:prstGeom xmlns:a="http://schemas.openxmlformats.org/drawingml/2006/main" prst="ellipse">
            <a:avLst/>
          </a:prstGeom>
          <a:solidFill xmlns:a="http://schemas.openxmlformats.org/drawingml/2006/main">
            <a:srgbClr val="E1F3FF"/>
          </a:solidFill>
          <a:ln xmlns:a="http://schemas.openxmlformats.org/drawingml/2006/main" w="1016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87B2E5E-8A91-43D5-BA55-926859DFE3AD}"/>
              </a:ext>
            </a:extLst>
          </p:cNvPr>
          <p:cNvSpPr>
            <a:spLocks xmlns:a="http://schemas.openxmlformats.org/drawingml/2006/main" noGrp="1"/>
          </p:cNvSpPr>
          <p:nvPr/>
        </p:nvSpPr>
        <p:spPr>
          <a:xfrm xmlns:a="http://schemas.openxmlformats.org/drawingml/2006/main">
            <a:off x="10442448" y="36576"/>
            <a:ext cx="640080"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300" b="1">
                <a:solidFill>
                  <a:srgbClr val="052B69"/>
                </a:solidFill>
                <a:latin typeface="Arial"/>
                <a:ea typeface="Arial"/>
                <a:cs typeface="Arial"/>
              </a:rPr>
              <a:t>•••</a:t>
            </a:r>
          </a:p>
        </p:txBody>
      </p:sp>
      <p:sp>
        <p:nvSpPr>
          <p:cNvPr id="13" name="TextBox 12">
            <a:extLst xmlns:a="http://schemas.openxmlformats.org/drawingml/2006/main">
              <a:ext uri="{FF2B5EF4-FFF2-40B4-BE49-F238E27FC236}">
                <a16:creationId xmlns:a16="http://schemas.microsoft.com/office/drawing/2014/main" id="{3C837C7E-571D-4C84-80F3-7B268EB4BA1C}"/>
              </a:ext>
            </a:extLst>
          </p:cNvPr>
          <p:cNvSpPr>
            <a:spLocks xmlns:a="http://schemas.openxmlformats.org/drawingml/2006/main" noGrp="1"/>
          </p:cNvSpPr>
          <p:nvPr/>
        </p:nvSpPr>
        <p:spPr>
          <a:xfrm xmlns:a="http://schemas.openxmlformats.org/drawingml/2006/main">
            <a:off x="3794760" y="393192"/>
            <a:ext cx="4572000" cy="56692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3000" b="1">
                <a:solidFill>
                  <a:srgbClr val="052B69"/>
                </a:solidFill>
                <a:latin typeface="Arial"/>
                <a:ea typeface="Arial"/>
                <a:cs typeface="Arial"/>
              </a:rPr>
              <a:t>Sơ đồ usecase</a:t>
            </a:r>
          </a:p>
        </p:txBody>
      </p:sp>
      <p:sp>
        <p:nvSpPr>
          <p:cNvPr id="14" name="Connector 13">
            <a:extLst xmlns:a="http://schemas.openxmlformats.org/drawingml/2006/main">
              <a:ext uri="{FF2B5EF4-FFF2-40B4-BE49-F238E27FC236}">
                <a16:creationId xmlns:a16="http://schemas.microsoft.com/office/drawing/2014/main" id="{A04A0A44-C877-4022-97F0-23580A05666B}"/>
              </a:ext>
            </a:extLst>
          </p:cNvPr>
          <p:cNvSpPr>
            <a:spLocks xmlns:a="http://schemas.openxmlformats.org/drawingml/2006/main" noGrp="1"/>
          </p:cNvSpPr>
          <p:nvPr/>
        </p:nvSpPr>
        <p:spPr>
          <a:xfrm xmlns:a="http://schemas.openxmlformats.org/drawingml/2006/main">
            <a:off x="5623560" y="1051560"/>
            <a:ext cx="548640" cy="0"/>
          </a:xfrm>
          <a:prstGeom xmlns:a="http://schemas.openxmlformats.org/drawingml/2006/main" prst="line">
            <a:avLst/>
          </a:prstGeom>
          <a:ln xmlns:a="http://schemas.openxmlformats.org/drawingml/2006/main" w="25400">
            <a:solidFill>
              <a:srgbClr val="0E63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82C5A496-7A0E-4D3C-B79C-BEF509FA1EE3}"/>
              </a:ext>
            </a:extLst>
          </p:cNvPr>
          <p:cNvSpPr>
            <a:spLocks xmlns:a="http://schemas.openxmlformats.org/drawingml/2006/main" noGrp="1"/>
          </p:cNvSpPr>
          <p:nvPr/>
        </p:nvSpPr>
        <p:spPr>
          <a:xfrm xmlns:a="http://schemas.openxmlformats.org/drawingml/2006/main">
            <a:off x="6286500" y="1028700"/>
            <a:ext cx="45720" cy="45720"/>
          </a:xfrm>
          <a:prstGeom xmlns:a="http://schemas.openxmlformats.org/drawingml/2006/main" prst="ellipse">
            <a:avLst/>
          </a:prstGeom>
          <a:solidFill xmlns:a="http://schemas.openxmlformats.org/drawingml/2006/main">
            <a:srgbClr val="0E63E6"/>
          </a:solidFill>
          <a:ln xmlns:a="http://schemas.openxmlformats.org/drawingml/2006/main" w="254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BA1AFD32-179D-407D-B384-D5148C10A878}"/>
              </a:ext>
            </a:extLst>
          </p:cNvPr>
          <p:cNvSpPr>
            <a:spLocks xmlns:a="http://schemas.openxmlformats.org/drawingml/2006/main" noGrp="1"/>
          </p:cNvSpPr>
          <p:nvPr/>
        </p:nvSpPr>
        <p:spPr>
          <a:xfrm xmlns:a="http://schemas.openxmlformats.org/drawingml/2006/main">
            <a:off x="6396227" y="1028700"/>
            <a:ext cx="45720" cy="45720"/>
          </a:xfrm>
          <a:prstGeom xmlns:a="http://schemas.openxmlformats.org/drawingml/2006/main" prst="ellipse">
            <a:avLst/>
          </a:prstGeom>
          <a:solidFill xmlns:a="http://schemas.openxmlformats.org/drawingml/2006/main">
            <a:srgbClr val="0E63E6"/>
          </a:solidFill>
          <a:ln xmlns:a="http://schemas.openxmlformats.org/drawingml/2006/main" w="254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ounded Rectangle 16">
            <a:extLst xmlns:a="http://schemas.openxmlformats.org/drawingml/2006/main">
              <a:ext uri="{FF2B5EF4-FFF2-40B4-BE49-F238E27FC236}">
                <a16:creationId xmlns:a16="http://schemas.microsoft.com/office/drawing/2014/main" id="{1FDDF653-9952-4B43-A7AA-2BFC0EE49C41}"/>
              </a:ext>
            </a:extLst>
          </p:cNvPr>
          <p:cNvSpPr>
            <a:spLocks xmlns:a="http://schemas.openxmlformats.org/drawingml/2006/main" noGrp="1"/>
          </p:cNvSpPr>
          <p:nvPr/>
        </p:nvSpPr>
        <p:spPr>
          <a:xfrm xmlns:a="http://schemas.openxmlformats.org/drawingml/2006/main">
            <a:off x="1325880" y="1600200"/>
            <a:ext cx="4617720" cy="443484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BD8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ounded Rectangle 17">
            <a:extLst xmlns:a="http://schemas.openxmlformats.org/drawingml/2006/main">
              <a:ext uri="{FF2B5EF4-FFF2-40B4-BE49-F238E27FC236}">
                <a16:creationId xmlns:a16="http://schemas.microsoft.com/office/drawing/2014/main" id="{AF4168C9-4F76-491C-863B-5A5C92B02FC2}"/>
              </a:ext>
            </a:extLst>
          </p:cNvPr>
          <p:cNvSpPr>
            <a:spLocks xmlns:a="http://schemas.openxmlformats.org/drawingml/2006/main" noGrp="1"/>
          </p:cNvSpPr>
          <p:nvPr/>
        </p:nvSpPr>
        <p:spPr>
          <a:xfrm xmlns:a="http://schemas.openxmlformats.org/drawingml/2006/main">
            <a:off x="6236208" y="1600200"/>
            <a:ext cx="4617720" cy="443484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BD8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ounded Rectangle 18">
            <a:extLst xmlns:a="http://schemas.openxmlformats.org/drawingml/2006/main">
              <a:ext uri="{FF2B5EF4-FFF2-40B4-BE49-F238E27FC236}">
                <a16:creationId xmlns:a16="http://schemas.microsoft.com/office/drawing/2014/main" id="{D3C002CD-C52B-4A8D-8A5B-C181BCD007E8}"/>
              </a:ext>
            </a:extLst>
          </p:cNvPr>
          <p:cNvSpPr>
            <a:spLocks xmlns:a="http://schemas.openxmlformats.org/drawingml/2006/main" noGrp="1"/>
          </p:cNvSpPr>
          <p:nvPr/>
        </p:nvSpPr>
        <p:spPr>
          <a:xfrm xmlns:a="http://schemas.openxmlformats.org/drawingml/2006/main">
            <a:off x="2697480" y="1444752"/>
            <a:ext cx="1371600" cy="365760"/>
          </a:xfrm>
          <a:prstGeom xmlns:a="http://schemas.openxmlformats.org/drawingml/2006/main" prst="roundRect">
            <a:avLst/>
          </a:prstGeom>
          <a:solidFill xmlns:a="http://schemas.openxmlformats.org/drawingml/2006/main">
            <a:srgbClr val="0E63E6"/>
          </a:solidFill>
          <a:ln xmlns:a="http://schemas.openxmlformats.org/drawingml/2006/main">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684717AC-9B45-431B-AC38-00E1AC7F3036}"/>
              </a:ext>
            </a:extLst>
          </p:cNvPr>
          <p:cNvSpPr>
            <a:spLocks xmlns:a="http://schemas.openxmlformats.org/drawingml/2006/main" noGrp="1"/>
          </p:cNvSpPr>
          <p:nvPr/>
        </p:nvSpPr>
        <p:spPr>
          <a:xfrm xmlns:a="http://schemas.openxmlformats.org/drawingml/2006/main">
            <a:off x="2697480" y="1481328"/>
            <a:ext cx="137160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ADMIN</a:t>
            </a:r>
          </a:p>
        </p:txBody>
      </p:sp>
      <p:sp>
        <p:nvSpPr>
          <p:cNvPr id="21" name="Rounded Rectangle 20">
            <a:extLst xmlns:a="http://schemas.openxmlformats.org/drawingml/2006/main">
              <a:ext uri="{FF2B5EF4-FFF2-40B4-BE49-F238E27FC236}">
                <a16:creationId xmlns:a16="http://schemas.microsoft.com/office/drawing/2014/main" id="{83F032F6-9713-4615-8FEA-F71DFF22BC3B}"/>
              </a:ext>
            </a:extLst>
          </p:cNvPr>
          <p:cNvSpPr>
            <a:spLocks xmlns:a="http://schemas.openxmlformats.org/drawingml/2006/main" noGrp="1"/>
          </p:cNvSpPr>
          <p:nvPr/>
        </p:nvSpPr>
        <p:spPr>
          <a:xfrm xmlns:a="http://schemas.openxmlformats.org/drawingml/2006/main">
            <a:off x="7754112" y="1444752"/>
            <a:ext cx="1572768" cy="365760"/>
          </a:xfrm>
          <a:prstGeom xmlns:a="http://schemas.openxmlformats.org/drawingml/2006/main" prst="roundRect">
            <a:avLst/>
          </a:prstGeom>
          <a:solidFill xmlns:a="http://schemas.openxmlformats.org/drawingml/2006/main">
            <a:srgbClr val="0E63E6"/>
          </a:solidFill>
          <a:ln xmlns:a="http://schemas.openxmlformats.org/drawingml/2006/main">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3EE58E40-9874-4B49-A745-A2D893316595}"/>
              </a:ext>
            </a:extLst>
          </p:cNvPr>
          <p:cNvSpPr>
            <a:spLocks xmlns:a="http://schemas.openxmlformats.org/drawingml/2006/main" noGrp="1"/>
          </p:cNvSpPr>
          <p:nvPr/>
        </p:nvSpPr>
        <p:spPr>
          <a:xfrm xmlns:a="http://schemas.openxmlformats.org/drawingml/2006/main">
            <a:off x="7754112" y="1481328"/>
            <a:ext cx="1572768"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FFFFFF"/>
                </a:solidFill>
                <a:latin typeface="Arial"/>
                <a:ea typeface="Arial"/>
                <a:cs typeface="Arial"/>
              </a:rPr>
              <a:t>NGƯỜI DÙNG</a:t>
            </a:r>
          </a:p>
        </p:txBody>
      </p:sp>
      <p:sp>
        <p:nvSpPr>
          <p:cNvPr id="23" name="Oval 22">
            <a:extLst xmlns:a="http://schemas.openxmlformats.org/drawingml/2006/main">
              <a:ext uri="{FF2B5EF4-FFF2-40B4-BE49-F238E27FC236}">
                <a16:creationId xmlns:a16="http://schemas.microsoft.com/office/drawing/2014/main" id="{96AEADF7-0129-49E7-BED0-7801B5D30E3E}"/>
              </a:ext>
            </a:extLst>
          </p:cNvPr>
          <p:cNvSpPr>
            <a:spLocks xmlns:a="http://schemas.openxmlformats.org/drawingml/2006/main" noGrp="1"/>
          </p:cNvSpPr>
          <p:nvPr/>
        </p:nvSpPr>
        <p:spPr>
          <a:xfrm xmlns:a="http://schemas.openxmlformats.org/drawingml/2006/main">
            <a:off x="1856231" y="3209544"/>
            <a:ext cx="219456" cy="219456"/>
          </a:xfrm>
          <a:prstGeom xmlns:a="http://schemas.openxmlformats.org/drawingml/2006/main" prst="ellipse">
            <a:avLst/>
          </a:prstGeom>
          <a:solidFill xmlns:a="http://schemas.openxmlformats.org/drawingml/2006/main">
            <a:srgbClr val="FFFFFF"/>
          </a:solidFill>
          <a:ln xmlns:a="http://schemas.openxmlformats.org/drawingml/2006/main" w="13970">
            <a:solidFill>
              <a:srgbClr val="052B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Connector 23">
            <a:extLst xmlns:a="http://schemas.openxmlformats.org/drawingml/2006/main">
              <a:ext uri="{FF2B5EF4-FFF2-40B4-BE49-F238E27FC236}">
                <a16:creationId xmlns:a16="http://schemas.microsoft.com/office/drawing/2014/main" id="{D409FDAA-7D6A-4DFC-9D8A-416CC5C426AE}"/>
              </a:ext>
            </a:extLst>
          </p:cNvPr>
          <p:cNvSpPr>
            <a:spLocks xmlns:a="http://schemas.openxmlformats.org/drawingml/2006/main" noGrp="1"/>
          </p:cNvSpPr>
          <p:nvPr/>
        </p:nvSpPr>
        <p:spPr>
          <a:xfrm xmlns:a="http://schemas.openxmlformats.org/drawingml/2006/main">
            <a:off x="1965960" y="3429000"/>
            <a:ext cx="0" cy="347472"/>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5" name="Connector 24">
            <a:extLst xmlns:a="http://schemas.openxmlformats.org/drawingml/2006/main">
              <a:ext uri="{FF2B5EF4-FFF2-40B4-BE49-F238E27FC236}">
                <a16:creationId xmlns:a16="http://schemas.microsoft.com/office/drawing/2014/main" id="{00E525AE-093B-44A8-A589-8BFE8188F29B}"/>
              </a:ext>
            </a:extLst>
          </p:cNvPr>
          <p:cNvSpPr>
            <a:spLocks xmlns:a="http://schemas.openxmlformats.org/drawingml/2006/main" noGrp="1"/>
          </p:cNvSpPr>
          <p:nvPr/>
        </p:nvSpPr>
        <p:spPr>
          <a:xfrm xmlns:a="http://schemas.openxmlformats.org/drawingml/2006/main">
            <a:off x="1764792" y="3593592"/>
            <a:ext cx="402336" cy="0"/>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Connector 25">
            <a:extLst xmlns:a="http://schemas.openxmlformats.org/drawingml/2006/main">
              <a:ext uri="{FF2B5EF4-FFF2-40B4-BE49-F238E27FC236}">
                <a16:creationId xmlns:a16="http://schemas.microsoft.com/office/drawing/2014/main" id="{A05835AF-B339-4F98-8C02-254F6428E06A}"/>
              </a:ext>
            </a:extLst>
          </p:cNvPr>
          <p:cNvSpPr>
            <a:spLocks xmlns:a="http://schemas.openxmlformats.org/drawingml/2006/main" noGrp="1"/>
          </p:cNvSpPr>
          <p:nvPr/>
        </p:nvSpPr>
        <p:spPr>
          <a:xfrm xmlns:a="http://schemas.openxmlformats.org/drawingml/2006/main" flipH="1">
            <a:off x="1783080" y="3776472"/>
            <a:ext cx="182880" cy="274320"/>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7" name="Connector 26">
            <a:extLst xmlns:a="http://schemas.openxmlformats.org/drawingml/2006/main">
              <a:ext uri="{FF2B5EF4-FFF2-40B4-BE49-F238E27FC236}">
                <a16:creationId xmlns:a16="http://schemas.microsoft.com/office/drawing/2014/main" id="{51A64392-5FD0-4BF1-9A49-B7DB03D1B702}"/>
              </a:ext>
            </a:extLst>
          </p:cNvPr>
          <p:cNvSpPr>
            <a:spLocks xmlns:a="http://schemas.openxmlformats.org/drawingml/2006/main" noGrp="1"/>
          </p:cNvSpPr>
          <p:nvPr/>
        </p:nvSpPr>
        <p:spPr>
          <a:xfrm xmlns:a="http://schemas.openxmlformats.org/drawingml/2006/main">
            <a:off x="1965960" y="3776472"/>
            <a:ext cx="182880" cy="274320"/>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8" name="TextBox 27">
            <a:extLst xmlns:a="http://schemas.openxmlformats.org/drawingml/2006/main">
              <a:ext uri="{FF2B5EF4-FFF2-40B4-BE49-F238E27FC236}">
                <a16:creationId xmlns:a16="http://schemas.microsoft.com/office/drawing/2014/main" id="{758F2D5C-75A7-4C0E-954E-C6FE6C6B44F3}"/>
              </a:ext>
            </a:extLst>
          </p:cNvPr>
          <p:cNvSpPr>
            <a:spLocks xmlns:a="http://schemas.openxmlformats.org/drawingml/2006/main" noGrp="1"/>
          </p:cNvSpPr>
          <p:nvPr/>
        </p:nvSpPr>
        <p:spPr>
          <a:xfrm xmlns:a="http://schemas.openxmlformats.org/drawingml/2006/main">
            <a:off x="1527048" y="4078224"/>
            <a:ext cx="877824"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819" b="1">
                <a:solidFill>
                  <a:srgbClr val="052B69"/>
                </a:solidFill>
                <a:latin typeface="Arial"/>
                <a:ea typeface="Arial"/>
                <a:cs typeface="Arial"/>
              </a:rPr>
              <a:t>ADMIN</a:t>
            </a:r>
          </a:p>
        </p:txBody>
      </p:sp>
      <p:sp>
        <p:nvSpPr>
          <p:cNvPr id="29" name="Oval 28">
            <a:extLst xmlns:a="http://schemas.openxmlformats.org/drawingml/2006/main">
              <a:ext uri="{FF2B5EF4-FFF2-40B4-BE49-F238E27FC236}">
                <a16:creationId xmlns:a16="http://schemas.microsoft.com/office/drawing/2014/main" id="{C80EDAA4-5125-4A52-8B43-80390B4BC9F2}"/>
              </a:ext>
            </a:extLst>
          </p:cNvPr>
          <p:cNvSpPr>
            <a:spLocks xmlns:a="http://schemas.openxmlformats.org/drawingml/2006/main" noGrp="1"/>
          </p:cNvSpPr>
          <p:nvPr/>
        </p:nvSpPr>
        <p:spPr>
          <a:xfrm xmlns:a="http://schemas.openxmlformats.org/drawingml/2006/main">
            <a:off x="6885432" y="3319272"/>
            <a:ext cx="219456" cy="219456"/>
          </a:xfrm>
          <a:prstGeom xmlns:a="http://schemas.openxmlformats.org/drawingml/2006/main" prst="ellipse">
            <a:avLst/>
          </a:prstGeom>
          <a:solidFill xmlns:a="http://schemas.openxmlformats.org/drawingml/2006/main">
            <a:srgbClr val="FFFFFF"/>
          </a:solidFill>
          <a:ln xmlns:a="http://schemas.openxmlformats.org/drawingml/2006/main" w="13970">
            <a:solidFill>
              <a:srgbClr val="052B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Connector 29">
            <a:extLst xmlns:a="http://schemas.openxmlformats.org/drawingml/2006/main">
              <a:ext uri="{FF2B5EF4-FFF2-40B4-BE49-F238E27FC236}">
                <a16:creationId xmlns:a16="http://schemas.microsoft.com/office/drawing/2014/main" id="{BF5A9D75-E815-49EC-A13E-8E4A8FE8D15F}"/>
              </a:ext>
            </a:extLst>
          </p:cNvPr>
          <p:cNvSpPr>
            <a:spLocks xmlns:a="http://schemas.openxmlformats.org/drawingml/2006/main" noGrp="1"/>
          </p:cNvSpPr>
          <p:nvPr/>
        </p:nvSpPr>
        <p:spPr>
          <a:xfrm xmlns:a="http://schemas.openxmlformats.org/drawingml/2006/main">
            <a:off x="6995160" y="3538728"/>
            <a:ext cx="0" cy="347472"/>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1" name="Connector 30">
            <a:extLst xmlns:a="http://schemas.openxmlformats.org/drawingml/2006/main">
              <a:ext uri="{FF2B5EF4-FFF2-40B4-BE49-F238E27FC236}">
                <a16:creationId xmlns:a16="http://schemas.microsoft.com/office/drawing/2014/main" id="{0F30332C-245D-4B59-AF1E-F22BAA4F81F4}"/>
              </a:ext>
            </a:extLst>
          </p:cNvPr>
          <p:cNvSpPr>
            <a:spLocks xmlns:a="http://schemas.openxmlformats.org/drawingml/2006/main" noGrp="1"/>
          </p:cNvSpPr>
          <p:nvPr/>
        </p:nvSpPr>
        <p:spPr>
          <a:xfrm xmlns:a="http://schemas.openxmlformats.org/drawingml/2006/main">
            <a:off x="6793992" y="3703320"/>
            <a:ext cx="402336" cy="0"/>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Connector 31">
            <a:extLst xmlns:a="http://schemas.openxmlformats.org/drawingml/2006/main">
              <a:ext uri="{FF2B5EF4-FFF2-40B4-BE49-F238E27FC236}">
                <a16:creationId xmlns:a16="http://schemas.microsoft.com/office/drawing/2014/main" id="{638A9EAA-112F-4F4B-A493-256299667513}"/>
              </a:ext>
            </a:extLst>
          </p:cNvPr>
          <p:cNvSpPr>
            <a:spLocks xmlns:a="http://schemas.openxmlformats.org/drawingml/2006/main" noGrp="1"/>
          </p:cNvSpPr>
          <p:nvPr/>
        </p:nvSpPr>
        <p:spPr>
          <a:xfrm xmlns:a="http://schemas.openxmlformats.org/drawingml/2006/main" flipH="1">
            <a:off x="6812280" y="3886200"/>
            <a:ext cx="182880" cy="274320"/>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3" name="Connector 32">
            <a:extLst xmlns:a="http://schemas.openxmlformats.org/drawingml/2006/main">
              <a:ext uri="{FF2B5EF4-FFF2-40B4-BE49-F238E27FC236}">
                <a16:creationId xmlns:a16="http://schemas.microsoft.com/office/drawing/2014/main" id="{267FDDFF-AAC0-4516-8E72-36BF262C8D68}"/>
              </a:ext>
            </a:extLst>
          </p:cNvPr>
          <p:cNvSpPr>
            <a:spLocks xmlns:a="http://schemas.openxmlformats.org/drawingml/2006/main" noGrp="1"/>
          </p:cNvSpPr>
          <p:nvPr/>
        </p:nvSpPr>
        <p:spPr>
          <a:xfrm xmlns:a="http://schemas.openxmlformats.org/drawingml/2006/main">
            <a:off x="6995160" y="3886200"/>
            <a:ext cx="182880" cy="274320"/>
          </a:xfrm>
          <a:prstGeom xmlns:a="http://schemas.openxmlformats.org/drawingml/2006/main" prst="line">
            <a:avLst/>
          </a:prstGeom>
          <a:ln xmlns:a="http://schemas.openxmlformats.org/drawingml/2006/main" w="13970">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4" name="TextBox 33">
            <a:extLst xmlns:a="http://schemas.openxmlformats.org/drawingml/2006/main">
              <a:ext uri="{FF2B5EF4-FFF2-40B4-BE49-F238E27FC236}">
                <a16:creationId xmlns:a16="http://schemas.microsoft.com/office/drawing/2014/main" id="{BAA5F92F-0D69-4AB0-A752-64589D09E517}"/>
              </a:ext>
            </a:extLst>
          </p:cNvPr>
          <p:cNvSpPr>
            <a:spLocks xmlns:a="http://schemas.openxmlformats.org/drawingml/2006/main" noGrp="1"/>
          </p:cNvSpPr>
          <p:nvPr/>
        </p:nvSpPr>
        <p:spPr>
          <a:xfrm xmlns:a="http://schemas.openxmlformats.org/drawingml/2006/main">
            <a:off x="6556248" y="4187952"/>
            <a:ext cx="877824"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819" b="1">
                <a:solidFill>
                  <a:srgbClr val="052B69"/>
                </a:solidFill>
                <a:latin typeface="Arial"/>
                <a:ea typeface="Arial"/>
                <a:cs typeface="Arial"/>
              </a:rPr>
              <a:t>NGƯỜI DÙNG</a:t>
            </a:r>
          </a:p>
        </p:txBody>
      </p:sp>
      <p:sp>
        <p:nvSpPr>
          <p:cNvPr id="35" name="Oval 34">
            <a:extLst xmlns:a="http://schemas.openxmlformats.org/drawingml/2006/main">
              <a:ext uri="{FF2B5EF4-FFF2-40B4-BE49-F238E27FC236}">
                <a16:creationId xmlns:a16="http://schemas.microsoft.com/office/drawing/2014/main" id="{D05FE94A-6722-4FF7-A038-85FBBC659246}"/>
              </a:ext>
            </a:extLst>
          </p:cNvPr>
          <p:cNvSpPr>
            <a:spLocks xmlns:a="http://schemas.openxmlformats.org/drawingml/2006/main" noGrp="1"/>
          </p:cNvSpPr>
          <p:nvPr/>
        </p:nvSpPr>
        <p:spPr>
          <a:xfrm xmlns:a="http://schemas.openxmlformats.org/drawingml/2006/main">
            <a:off x="3675887" y="1993392"/>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tài khoản</a:t>
            </a:r>
          </a:p>
        </p:txBody>
      </p:sp>
      <p:sp>
        <p:nvSpPr>
          <p:cNvPr id="36" name="Connector 35">
            <a:extLst xmlns:a="http://schemas.openxmlformats.org/drawingml/2006/main">
              <a:ext uri="{FF2B5EF4-FFF2-40B4-BE49-F238E27FC236}">
                <a16:creationId xmlns:a16="http://schemas.microsoft.com/office/drawing/2014/main" id="{EC1179AF-FDF8-49D7-9D36-096ED88FF930}"/>
              </a:ext>
            </a:extLst>
          </p:cNvPr>
          <p:cNvSpPr>
            <a:spLocks xmlns:a="http://schemas.openxmlformats.org/drawingml/2006/main" noGrp="1"/>
          </p:cNvSpPr>
          <p:nvPr/>
        </p:nvSpPr>
        <p:spPr>
          <a:xfrm xmlns:a="http://schemas.openxmlformats.org/drawingml/2006/main" flipV="1">
            <a:off x="2176272" y="2148840"/>
            <a:ext cx="1499615" cy="1536192"/>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7" name="Oval 36">
            <a:extLst xmlns:a="http://schemas.openxmlformats.org/drawingml/2006/main">
              <a:ext uri="{FF2B5EF4-FFF2-40B4-BE49-F238E27FC236}">
                <a16:creationId xmlns:a16="http://schemas.microsoft.com/office/drawing/2014/main" id="{50256E00-93A0-474D-9176-F0AF07BA1053}"/>
              </a:ext>
            </a:extLst>
          </p:cNvPr>
          <p:cNvSpPr>
            <a:spLocks xmlns:a="http://schemas.openxmlformats.org/drawingml/2006/main" noGrp="1"/>
          </p:cNvSpPr>
          <p:nvPr/>
        </p:nvSpPr>
        <p:spPr>
          <a:xfrm xmlns:a="http://schemas.openxmlformats.org/drawingml/2006/main">
            <a:off x="3675887" y="2395728"/>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danh mục</a:t>
            </a:r>
          </a:p>
        </p:txBody>
      </p:sp>
      <p:sp>
        <p:nvSpPr>
          <p:cNvPr id="38" name="Connector 37">
            <a:extLst xmlns:a="http://schemas.openxmlformats.org/drawingml/2006/main">
              <a:ext uri="{FF2B5EF4-FFF2-40B4-BE49-F238E27FC236}">
                <a16:creationId xmlns:a16="http://schemas.microsoft.com/office/drawing/2014/main" id="{6D6E94A1-234F-4AAA-B0F6-2E3D24750057}"/>
              </a:ext>
            </a:extLst>
          </p:cNvPr>
          <p:cNvSpPr>
            <a:spLocks xmlns:a="http://schemas.openxmlformats.org/drawingml/2006/main" noGrp="1"/>
          </p:cNvSpPr>
          <p:nvPr/>
        </p:nvSpPr>
        <p:spPr>
          <a:xfrm xmlns:a="http://schemas.openxmlformats.org/drawingml/2006/main" flipV="1">
            <a:off x="2176272" y="2551176"/>
            <a:ext cx="1499615" cy="1133856"/>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9" name="Oval 38">
            <a:extLst xmlns:a="http://schemas.openxmlformats.org/drawingml/2006/main">
              <a:ext uri="{FF2B5EF4-FFF2-40B4-BE49-F238E27FC236}">
                <a16:creationId xmlns:a16="http://schemas.microsoft.com/office/drawing/2014/main" id="{8F5D3826-CB4D-4F48-A60D-FA8FE9ACA811}"/>
              </a:ext>
            </a:extLst>
          </p:cNvPr>
          <p:cNvSpPr>
            <a:spLocks xmlns:a="http://schemas.openxmlformats.org/drawingml/2006/main" noGrp="1"/>
          </p:cNvSpPr>
          <p:nvPr/>
        </p:nvSpPr>
        <p:spPr>
          <a:xfrm xmlns:a="http://schemas.openxmlformats.org/drawingml/2006/main">
            <a:off x="3675887" y="2798064"/>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sản phẩm</a:t>
            </a:r>
          </a:p>
        </p:txBody>
      </p:sp>
      <p:sp>
        <p:nvSpPr>
          <p:cNvPr id="40" name="Connector 39">
            <a:extLst xmlns:a="http://schemas.openxmlformats.org/drawingml/2006/main">
              <a:ext uri="{FF2B5EF4-FFF2-40B4-BE49-F238E27FC236}">
                <a16:creationId xmlns:a16="http://schemas.microsoft.com/office/drawing/2014/main" id="{B35D573F-A825-4E25-8393-C24A1BF3697F}"/>
              </a:ext>
            </a:extLst>
          </p:cNvPr>
          <p:cNvSpPr>
            <a:spLocks xmlns:a="http://schemas.openxmlformats.org/drawingml/2006/main" noGrp="1"/>
          </p:cNvSpPr>
          <p:nvPr/>
        </p:nvSpPr>
        <p:spPr>
          <a:xfrm xmlns:a="http://schemas.openxmlformats.org/drawingml/2006/main" flipV="1">
            <a:off x="2176272" y="2953512"/>
            <a:ext cx="1499615" cy="731520"/>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1" name="Oval 40">
            <a:extLst xmlns:a="http://schemas.openxmlformats.org/drawingml/2006/main">
              <a:ext uri="{FF2B5EF4-FFF2-40B4-BE49-F238E27FC236}">
                <a16:creationId xmlns:a16="http://schemas.microsoft.com/office/drawing/2014/main" id="{A966EAD8-8914-4BA5-A87C-4A42325574C0}"/>
              </a:ext>
            </a:extLst>
          </p:cNvPr>
          <p:cNvSpPr>
            <a:spLocks xmlns:a="http://schemas.openxmlformats.org/drawingml/2006/main" noGrp="1"/>
          </p:cNvSpPr>
          <p:nvPr/>
        </p:nvSpPr>
        <p:spPr>
          <a:xfrm xmlns:a="http://schemas.openxmlformats.org/drawingml/2006/main">
            <a:off x="3675887" y="3200400"/>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đơn hàng</a:t>
            </a:r>
          </a:p>
        </p:txBody>
      </p:sp>
      <p:sp>
        <p:nvSpPr>
          <p:cNvPr id="42" name="Connector 41">
            <a:extLst xmlns:a="http://schemas.openxmlformats.org/drawingml/2006/main">
              <a:ext uri="{FF2B5EF4-FFF2-40B4-BE49-F238E27FC236}">
                <a16:creationId xmlns:a16="http://schemas.microsoft.com/office/drawing/2014/main" id="{249C15E5-869D-486E-A770-A40CF1AC28AF}"/>
              </a:ext>
            </a:extLst>
          </p:cNvPr>
          <p:cNvSpPr>
            <a:spLocks xmlns:a="http://schemas.openxmlformats.org/drawingml/2006/main" noGrp="1"/>
          </p:cNvSpPr>
          <p:nvPr/>
        </p:nvSpPr>
        <p:spPr>
          <a:xfrm xmlns:a="http://schemas.openxmlformats.org/drawingml/2006/main" flipV="1">
            <a:off x="2176272" y="3355848"/>
            <a:ext cx="1499615" cy="329184"/>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Oval 42">
            <a:extLst xmlns:a="http://schemas.openxmlformats.org/drawingml/2006/main">
              <a:ext uri="{FF2B5EF4-FFF2-40B4-BE49-F238E27FC236}">
                <a16:creationId xmlns:a16="http://schemas.microsoft.com/office/drawing/2014/main" id="{11F926E1-0B74-4FCD-AC06-ABB2309C3D10}"/>
              </a:ext>
            </a:extLst>
          </p:cNvPr>
          <p:cNvSpPr>
            <a:spLocks xmlns:a="http://schemas.openxmlformats.org/drawingml/2006/main" noGrp="1"/>
          </p:cNvSpPr>
          <p:nvPr/>
        </p:nvSpPr>
        <p:spPr>
          <a:xfrm xmlns:a="http://schemas.openxmlformats.org/drawingml/2006/main">
            <a:off x="3675887" y="3602736"/>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khuyến mãi</a:t>
            </a:r>
          </a:p>
        </p:txBody>
      </p:sp>
      <p:sp>
        <p:nvSpPr>
          <p:cNvPr id="44" name="Connector 43">
            <a:extLst xmlns:a="http://schemas.openxmlformats.org/drawingml/2006/main">
              <a:ext uri="{FF2B5EF4-FFF2-40B4-BE49-F238E27FC236}">
                <a16:creationId xmlns:a16="http://schemas.microsoft.com/office/drawing/2014/main" id="{F9EEA570-4F7E-4B4F-B77F-A54906F88CA1}"/>
              </a:ext>
            </a:extLst>
          </p:cNvPr>
          <p:cNvSpPr>
            <a:spLocks xmlns:a="http://schemas.openxmlformats.org/drawingml/2006/main" noGrp="1"/>
          </p:cNvSpPr>
          <p:nvPr/>
        </p:nvSpPr>
        <p:spPr>
          <a:xfrm xmlns:a="http://schemas.openxmlformats.org/drawingml/2006/main">
            <a:off x="2176272" y="3685032"/>
            <a:ext cx="1499615" cy="73152"/>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5" name="Oval 44">
            <a:extLst xmlns:a="http://schemas.openxmlformats.org/drawingml/2006/main">
              <a:ext uri="{FF2B5EF4-FFF2-40B4-BE49-F238E27FC236}">
                <a16:creationId xmlns:a16="http://schemas.microsoft.com/office/drawing/2014/main" id="{A4BE9B85-69AC-4F9F-88F8-DEDD44A8FC16}"/>
              </a:ext>
            </a:extLst>
          </p:cNvPr>
          <p:cNvSpPr>
            <a:spLocks xmlns:a="http://schemas.openxmlformats.org/drawingml/2006/main" noGrp="1"/>
          </p:cNvSpPr>
          <p:nvPr/>
        </p:nvSpPr>
        <p:spPr>
          <a:xfrm xmlns:a="http://schemas.openxmlformats.org/drawingml/2006/main">
            <a:off x="3675887" y="4005072"/>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thương hiệu</a:t>
            </a:r>
          </a:p>
        </p:txBody>
      </p:sp>
      <p:sp>
        <p:nvSpPr>
          <p:cNvPr id="46" name="Connector 45">
            <a:extLst xmlns:a="http://schemas.openxmlformats.org/drawingml/2006/main">
              <a:ext uri="{FF2B5EF4-FFF2-40B4-BE49-F238E27FC236}">
                <a16:creationId xmlns:a16="http://schemas.microsoft.com/office/drawing/2014/main" id="{E4E934E1-B828-45EA-80BD-CC5063718588}"/>
              </a:ext>
            </a:extLst>
          </p:cNvPr>
          <p:cNvSpPr>
            <a:spLocks xmlns:a="http://schemas.openxmlformats.org/drawingml/2006/main" noGrp="1"/>
          </p:cNvSpPr>
          <p:nvPr/>
        </p:nvSpPr>
        <p:spPr>
          <a:xfrm xmlns:a="http://schemas.openxmlformats.org/drawingml/2006/main">
            <a:off x="2176272" y="3685032"/>
            <a:ext cx="1499615" cy="475488"/>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7" name="Oval 46">
            <a:extLst xmlns:a="http://schemas.openxmlformats.org/drawingml/2006/main">
              <a:ext uri="{FF2B5EF4-FFF2-40B4-BE49-F238E27FC236}">
                <a16:creationId xmlns:a16="http://schemas.microsoft.com/office/drawing/2014/main" id="{D6D73EAA-7902-4D88-B7DB-7E5AA3B9AFB3}"/>
              </a:ext>
            </a:extLst>
          </p:cNvPr>
          <p:cNvSpPr>
            <a:spLocks xmlns:a="http://schemas.openxmlformats.org/drawingml/2006/main" noGrp="1"/>
          </p:cNvSpPr>
          <p:nvPr/>
        </p:nvSpPr>
        <p:spPr>
          <a:xfrm xmlns:a="http://schemas.openxmlformats.org/drawingml/2006/main">
            <a:off x="3675887" y="4407408"/>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thống kê</a:t>
            </a:r>
          </a:p>
        </p:txBody>
      </p:sp>
      <p:sp>
        <p:nvSpPr>
          <p:cNvPr id="48" name="Connector 47">
            <a:extLst xmlns:a="http://schemas.openxmlformats.org/drawingml/2006/main">
              <a:ext uri="{FF2B5EF4-FFF2-40B4-BE49-F238E27FC236}">
                <a16:creationId xmlns:a16="http://schemas.microsoft.com/office/drawing/2014/main" id="{79F4BFA8-98E7-4DA7-BEA8-225906F7C09C}"/>
              </a:ext>
            </a:extLst>
          </p:cNvPr>
          <p:cNvSpPr>
            <a:spLocks xmlns:a="http://schemas.openxmlformats.org/drawingml/2006/main" noGrp="1"/>
          </p:cNvSpPr>
          <p:nvPr/>
        </p:nvSpPr>
        <p:spPr>
          <a:xfrm xmlns:a="http://schemas.openxmlformats.org/drawingml/2006/main">
            <a:off x="2176272" y="3685032"/>
            <a:ext cx="1499615" cy="877824"/>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9" name="Oval 48">
            <a:extLst xmlns:a="http://schemas.openxmlformats.org/drawingml/2006/main">
              <a:ext uri="{FF2B5EF4-FFF2-40B4-BE49-F238E27FC236}">
                <a16:creationId xmlns:a16="http://schemas.microsoft.com/office/drawing/2014/main" id="{BD87EBA7-D9A0-48E1-969A-7DD41726F365}"/>
              </a:ext>
            </a:extLst>
          </p:cNvPr>
          <p:cNvSpPr>
            <a:spLocks xmlns:a="http://schemas.openxmlformats.org/drawingml/2006/main" noGrp="1"/>
          </p:cNvSpPr>
          <p:nvPr/>
        </p:nvSpPr>
        <p:spPr>
          <a:xfrm xmlns:a="http://schemas.openxmlformats.org/drawingml/2006/main">
            <a:off x="3675887" y="4809744"/>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tin tức</a:t>
            </a:r>
          </a:p>
        </p:txBody>
      </p:sp>
      <p:sp>
        <p:nvSpPr>
          <p:cNvPr id="50" name="Connector 49">
            <a:extLst xmlns:a="http://schemas.openxmlformats.org/drawingml/2006/main">
              <a:ext uri="{FF2B5EF4-FFF2-40B4-BE49-F238E27FC236}">
                <a16:creationId xmlns:a16="http://schemas.microsoft.com/office/drawing/2014/main" id="{30D71EA5-59DE-4DC6-8085-F00DD2F1B62C}"/>
              </a:ext>
            </a:extLst>
          </p:cNvPr>
          <p:cNvSpPr>
            <a:spLocks xmlns:a="http://schemas.openxmlformats.org/drawingml/2006/main" noGrp="1"/>
          </p:cNvSpPr>
          <p:nvPr/>
        </p:nvSpPr>
        <p:spPr>
          <a:xfrm xmlns:a="http://schemas.openxmlformats.org/drawingml/2006/main">
            <a:off x="2176272" y="3685032"/>
            <a:ext cx="1499615" cy="1280160"/>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1" name="Oval 50">
            <a:extLst xmlns:a="http://schemas.openxmlformats.org/drawingml/2006/main">
              <a:ext uri="{FF2B5EF4-FFF2-40B4-BE49-F238E27FC236}">
                <a16:creationId xmlns:a16="http://schemas.microsoft.com/office/drawing/2014/main" id="{B500E3E6-5B96-4975-92BF-C545012010C2}"/>
              </a:ext>
            </a:extLst>
          </p:cNvPr>
          <p:cNvSpPr>
            <a:spLocks xmlns:a="http://schemas.openxmlformats.org/drawingml/2006/main" noGrp="1"/>
          </p:cNvSpPr>
          <p:nvPr/>
        </p:nvSpPr>
        <p:spPr>
          <a:xfrm xmlns:a="http://schemas.openxmlformats.org/drawingml/2006/main">
            <a:off x="3675887" y="5212080"/>
            <a:ext cx="1755648"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biến thể sản phẩm</a:t>
            </a:r>
          </a:p>
        </p:txBody>
      </p:sp>
      <p:sp>
        <p:nvSpPr>
          <p:cNvPr id="52" name="Connector 51">
            <a:extLst xmlns:a="http://schemas.openxmlformats.org/drawingml/2006/main">
              <a:ext uri="{FF2B5EF4-FFF2-40B4-BE49-F238E27FC236}">
                <a16:creationId xmlns:a16="http://schemas.microsoft.com/office/drawing/2014/main" id="{FE55968A-4A4B-42A1-858E-BF1C553CA647}"/>
              </a:ext>
            </a:extLst>
          </p:cNvPr>
          <p:cNvSpPr>
            <a:spLocks xmlns:a="http://schemas.openxmlformats.org/drawingml/2006/main" noGrp="1"/>
          </p:cNvSpPr>
          <p:nvPr/>
        </p:nvSpPr>
        <p:spPr>
          <a:xfrm xmlns:a="http://schemas.openxmlformats.org/drawingml/2006/main">
            <a:off x="2176272" y="3685032"/>
            <a:ext cx="1499615" cy="1682496"/>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3" name="Oval 52">
            <a:extLst xmlns:a="http://schemas.openxmlformats.org/drawingml/2006/main">
              <a:ext uri="{FF2B5EF4-FFF2-40B4-BE49-F238E27FC236}">
                <a16:creationId xmlns:a16="http://schemas.microsoft.com/office/drawing/2014/main" id="{461AE6E3-E54E-4985-A25E-57C48D5ECEFC}"/>
              </a:ext>
            </a:extLst>
          </p:cNvPr>
          <p:cNvSpPr>
            <a:spLocks xmlns:a="http://schemas.openxmlformats.org/drawingml/2006/main" noGrp="1"/>
          </p:cNvSpPr>
          <p:nvPr/>
        </p:nvSpPr>
        <p:spPr>
          <a:xfrm xmlns:a="http://schemas.openxmlformats.org/drawingml/2006/main">
            <a:off x="1536192" y="5001768"/>
            <a:ext cx="960120" cy="329184"/>
          </a:xfrm>
          <a:prstGeom xmlns:a="http://schemas.openxmlformats.org/drawingml/2006/main" prst="ellipse">
            <a:avLst/>
          </a:prstGeom>
          <a:solidFill xmlns:a="http://schemas.openxmlformats.org/drawingml/2006/main">
            <a:srgbClr val="E1F3FF"/>
          </a:solidFill>
          <a:ln xmlns:a="http://schemas.openxmlformats.org/drawingml/2006/main" w="1016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30" b="1">
                <a:solidFill>
                  <a:srgbClr val="052B69"/>
                </a:solidFill>
                <a:latin typeface="Arial"/>
                <a:ea typeface="Arial"/>
                <a:cs typeface="Arial"/>
              </a:rPr>
              <a:t>Đăng nhập</a:t>
            </a:r>
          </a:p>
        </p:txBody>
      </p:sp>
      <p:cxnSp>
        <p:nvCxnSpPr>
          <p:cNvPr id="133" name="Connector 53"/>
          <p:cNvCxnSpPr>
            <a:stCxn xmlns:a="http://schemas.openxmlformats.org/drawingml/2006/main" id="28" idx="2"/>
          </p:cNvCxnSpPr>
          <p:nvPr/>
        </p:nvCxnSpPr>
        <p:spPr>
          <a:xfrm xmlns:a="http://schemas.openxmlformats.org/drawingml/2006/main">
            <a:off x="1965960" y="4279392"/>
            <a:ext cx="0" cy="722376"/>
          </a:xfrm>
          <a:prstGeom xmlns:a="http://schemas.openxmlformats.org/drawingml/2006/main" prst="line">
            <a:avLst/>
          </a:prstGeom>
          <a:ln xmlns:a="http://schemas.openxmlformats.org/drawingml/2006/main" w="952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55" name="Oval 54">
            <a:extLst xmlns:a="http://schemas.openxmlformats.org/drawingml/2006/main">
              <a:ext uri="{FF2B5EF4-FFF2-40B4-BE49-F238E27FC236}">
                <a16:creationId xmlns:a16="http://schemas.microsoft.com/office/drawing/2014/main" id="{77FFA683-6B9B-4D46-83BF-F91B8FC53DB7}"/>
              </a:ext>
            </a:extLst>
          </p:cNvPr>
          <p:cNvSpPr>
            <a:spLocks xmlns:a="http://schemas.openxmlformats.org/drawingml/2006/main" noGrp="1"/>
          </p:cNvSpPr>
          <p:nvPr/>
        </p:nvSpPr>
        <p:spPr>
          <a:xfrm xmlns:a="http://schemas.openxmlformats.org/drawingml/2006/main">
            <a:off x="8887968" y="2139696"/>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thông tin cá nhân</a:t>
            </a:r>
          </a:p>
        </p:txBody>
      </p:sp>
      <p:sp>
        <p:nvSpPr>
          <p:cNvPr id="56" name="Connector 55">
            <a:extLst xmlns:a="http://schemas.openxmlformats.org/drawingml/2006/main">
              <a:ext uri="{FF2B5EF4-FFF2-40B4-BE49-F238E27FC236}">
                <a16:creationId xmlns:a16="http://schemas.microsoft.com/office/drawing/2014/main" id="{8EF2E4A3-8E11-4A68-89D2-B63138F80152}"/>
              </a:ext>
            </a:extLst>
          </p:cNvPr>
          <p:cNvSpPr>
            <a:spLocks xmlns:a="http://schemas.openxmlformats.org/drawingml/2006/main" noGrp="1"/>
          </p:cNvSpPr>
          <p:nvPr/>
        </p:nvSpPr>
        <p:spPr>
          <a:xfrm xmlns:a="http://schemas.openxmlformats.org/drawingml/2006/main" flipV="1">
            <a:off x="7223760" y="2295144"/>
            <a:ext cx="1664208" cy="1499616"/>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7" name="Oval 56">
            <a:extLst xmlns:a="http://schemas.openxmlformats.org/drawingml/2006/main">
              <a:ext uri="{FF2B5EF4-FFF2-40B4-BE49-F238E27FC236}">
                <a16:creationId xmlns:a16="http://schemas.microsoft.com/office/drawing/2014/main" id="{D7D16021-3CD8-47AE-B2CB-85B529013779}"/>
              </a:ext>
            </a:extLst>
          </p:cNvPr>
          <p:cNvSpPr>
            <a:spLocks xmlns:a="http://schemas.openxmlformats.org/drawingml/2006/main" noGrp="1"/>
          </p:cNvSpPr>
          <p:nvPr/>
        </p:nvSpPr>
        <p:spPr>
          <a:xfrm xmlns:a="http://schemas.openxmlformats.org/drawingml/2006/main">
            <a:off x="8887968" y="2578608"/>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giỏ hàng</a:t>
            </a:r>
          </a:p>
        </p:txBody>
      </p:sp>
      <p:sp>
        <p:nvSpPr>
          <p:cNvPr id="58" name="Connector 57">
            <a:extLst xmlns:a="http://schemas.openxmlformats.org/drawingml/2006/main">
              <a:ext uri="{FF2B5EF4-FFF2-40B4-BE49-F238E27FC236}">
                <a16:creationId xmlns:a16="http://schemas.microsoft.com/office/drawing/2014/main" id="{1C836C77-8D81-4192-AC12-BE9386E14F26}"/>
              </a:ext>
            </a:extLst>
          </p:cNvPr>
          <p:cNvSpPr>
            <a:spLocks xmlns:a="http://schemas.openxmlformats.org/drawingml/2006/main" noGrp="1"/>
          </p:cNvSpPr>
          <p:nvPr/>
        </p:nvSpPr>
        <p:spPr>
          <a:xfrm xmlns:a="http://schemas.openxmlformats.org/drawingml/2006/main" flipV="1">
            <a:off x="7223760" y="2734056"/>
            <a:ext cx="1664208" cy="1060704"/>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9" name="Oval 58">
            <a:extLst xmlns:a="http://schemas.openxmlformats.org/drawingml/2006/main">
              <a:ext uri="{FF2B5EF4-FFF2-40B4-BE49-F238E27FC236}">
                <a16:creationId xmlns:a16="http://schemas.microsoft.com/office/drawing/2014/main" id="{049863E4-A3A1-4964-AE0B-9295E35FC4CE}"/>
              </a:ext>
            </a:extLst>
          </p:cNvPr>
          <p:cNvSpPr>
            <a:spLocks xmlns:a="http://schemas.openxmlformats.org/drawingml/2006/main" noGrp="1"/>
          </p:cNvSpPr>
          <p:nvPr/>
        </p:nvSpPr>
        <p:spPr>
          <a:xfrm xmlns:a="http://schemas.openxmlformats.org/drawingml/2006/main">
            <a:off x="8887968" y="3017520"/>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đơn hàng</a:t>
            </a:r>
          </a:p>
        </p:txBody>
      </p:sp>
      <p:sp>
        <p:nvSpPr>
          <p:cNvPr id="60" name="Connector 59">
            <a:extLst xmlns:a="http://schemas.openxmlformats.org/drawingml/2006/main">
              <a:ext uri="{FF2B5EF4-FFF2-40B4-BE49-F238E27FC236}">
                <a16:creationId xmlns:a16="http://schemas.microsoft.com/office/drawing/2014/main" id="{537494ED-9919-41B0-8777-8A829AD00C7D}"/>
              </a:ext>
            </a:extLst>
          </p:cNvPr>
          <p:cNvSpPr>
            <a:spLocks xmlns:a="http://schemas.openxmlformats.org/drawingml/2006/main" noGrp="1"/>
          </p:cNvSpPr>
          <p:nvPr/>
        </p:nvSpPr>
        <p:spPr>
          <a:xfrm xmlns:a="http://schemas.openxmlformats.org/drawingml/2006/main" flipV="1">
            <a:off x="7223760" y="3172968"/>
            <a:ext cx="1664208" cy="621792"/>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1" name="Oval 60">
            <a:extLst xmlns:a="http://schemas.openxmlformats.org/drawingml/2006/main">
              <a:ext uri="{FF2B5EF4-FFF2-40B4-BE49-F238E27FC236}">
                <a16:creationId xmlns:a16="http://schemas.microsoft.com/office/drawing/2014/main" id="{C62A7952-DBD2-44C4-B69B-EC8425D12664}"/>
              </a:ext>
            </a:extLst>
          </p:cNvPr>
          <p:cNvSpPr>
            <a:spLocks xmlns:a="http://schemas.openxmlformats.org/drawingml/2006/main" noGrp="1"/>
          </p:cNvSpPr>
          <p:nvPr/>
        </p:nvSpPr>
        <p:spPr>
          <a:xfrm xmlns:a="http://schemas.openxmlformats.org/drawingml/2006/main">
            <a:off x="8887968" y="3456432"/>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Quản lý sản phẩm yêu thích</a:t>
            </a:r>
          </a:p>
        </p:txBody>
      </p:sp>
      <p:sp>
        <p:nvSpPr>
          <p:cNvPr id="62" name="Connector 61">
            <a:extLst xmlns:a="http://schemas.openxmlformats.org/drawingml/2006/main">
              <a:ext uri="{FF2B5EF4-FFF2-40B4-BE49-F238E27FC236}">
                <a16:creationId xmlns:a16="http://schemas.microsoft.com/office/drawing/2014/main" id="{F02FFA82-D01C-4D0B-B1DB-0B4544BF5BB7}"/>
              </a:ext>
            </a:extLst>
          </p:cNvPr>
          <p:cNvSpPr>
            <a:spLocks xmlns:a="http://schemas.openxmlformats.org/drawingml/2006/main" noGrp="1"/>
          </p:cNvSpPr>
          <p:nvPr/>
        </p:nvSpPr>
        <p:spPr>
          <a:xfrm xmlns:a="http://schemas.openxmlformats.org/drawingml/2006/main" flipV="1">
            <a:off x="7223760" y="3611879"/>
            <a:ext cx="1664208" cy="182881"/>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3" name="Oval 62">
            <a:extLst xmlns:a="http://schemas.openxmlformats.org/drawingml/2006/main">
              <a:ext uri="{FF2B5EF4-FFF2-40B4-BE49-F238E27FC236}">
                <a16:creationId xmlns:a16="http://schemas.microsoft.com/office/drawing/2014/main" id="{348C915F-0ADB-4CCF-ACD2-57A2FCFA22DC}"/>
              </a:ext>
            </a:extLst>
          </p:cNvPr>
          <p:cNvSpPr>
            <a:spLocks xmlns:a="http://schemas.openxmlformats.org/drawingml/2006/main" noGrp="1"/>
          </p:cNvSpPr>
          <p:nvPr/>
        </p:nvSpPr>
        <p:spPr>
          <a:xfrm xmlns:a="http://schemas.openxmlformats.org/drawingml/2006/main">
            <a:off x="8887968" y="3895344"/>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Đánh giá sản phẩm</a:t>
            </a:r>
          </a:p>
        </p:txBody>
      </p:sp>
      <p:sp>
        <p:nvSpPr>
          <p:cNvPr id="64" name="Connector 63">
            <a:extLst xmlns:a="http://schemas.openxmlformats.org/drawingml/2006/main">
              <a:ext uri="{FF2B5EF4-FFF2-40B4-BE49-F238E27FC236}">
                <a16:creationId xmlns:a16="http://schemas.microsoft.com/office/drawing/2014/main" id="{F36E0CB9-2357-4D90-8498-F5C1C5240BDA}"/>
              </a:ext>
            </a:extLst>
          </p:cNvPr>
          <p:cNvSpPr>
            <a:spLocks xmlns:a="http://schemas.openxmlformats.org/drawingml/2006/main" noGrp="1"/>
          </p:cNvSpPr>
          <p:nvPr/>
        </p:nvSpPr>
        <p:spPr>
          <a:xfrm xmlns:a="http://schemas.openxmlformats.org/drawingml/2006/main">
            <a:off x="7223760" y="3794760"/>
            <a:ext cx="1664208" cy="256031"/>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5" name="Oval 64">
            <a:extLst xmlns:a="http://schemas.openxmlformats.org/drawingml/2006/main">
              <a:ext uri="{FF2B5EF4-FFF2-40B4-BE49-F238E27FC236}">
                <a16:creationId xmlns:a16="http://schemas.microsoft.com/office/drawing/2014/main" id="{659881C4-A567-4BAD-A355-B888E5BFF69F}"/>
              </a:ext>
            </a:extLst>
          </p:cNvPr>
          <p:cNvSpPr>
            <a:spLocks xmlns:a="http://schemas.openxmlformats.org/drawingml/2006/main" noGrp="1"/>
          </p:cNvSpPr>
          <p:nvPr/>
        </p:nvSpPr>
        <p:spPr>
          <a:xfrm xmlns:a="http://schemas.openxmlformats.org/drawingml/2006/main">
            <a:off x="8887968" y="4334256"/>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Đặt hàng</a:t>
            </a:r>
          </a:p>
        </p:txBody>
      </p:sp>
      <p:sp>
        <p:nvSpPr>
          <p:cNvPr id="66" name="Connector 65">
            <a:extLst xmlns:a="http://schemas.openxmlformats.org/drawingml/2006/main">
              <a:ext uri="{FF2B5EF4-FFF2-40B4-BE49-F238E27FC236}">
                <a16:creationId xmlns:a16="http://schemas.microsoft.com/office/drawing/2014/main" id="{3C40F2E8-5DB0-4D68-B5EB-B957DDE7197A}"/>
              </a:ext>
            </a:extLst>
          </p:cNvPr>
          <p:cNvSpPr>
            <a:spLocks xmlns:a="http://schemas.openxmlformats.org/drawingml/2006/main" noGrp="1"/>
          </p:cNvSpPr>
          <p:nvPr/>
        </p:nvSpPr>
        <p:spPr>
          <a:xfrm xmlns:a="http://schemas.openxmlformats.org/drawingml/2006/main">
            <a:off x="7223760" y="3794760"/>
            <a:ext cx="1664208" cy="694944"/>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7" name="Oval 66">
            <a:extLst xmlns:a="http://schemas.openxmlformats.org/drawingml/2006/main">
              <a:ext uri="{FF2B5EF4-FFF2-40B4-BE49-F238E27FC236}">
                <a16:creationId xmlns:a16="http://schemas.microsoft.com/office/drawing/2014/main" id="{629B1D6A-B2A6-494D-AF20-04E568ABA2A7}"/>
              </a:ext>
            </a:extLst>
          </p:cNvPr>
          <p:cNvSpPr>
            <a:spLocks xmlns:a="http://schemas.openxmlformats.org/drawingml/2006/main" noGrp="1"/>
          </p:cNvSpPr>
          <p:nvPr/>
        </p:nvSpPr>
        <p:spPr>
          <a:xfrm xmlns:a="http://schemas.openxmlformats.org/drawingml/2006/main">
            <a:off x="8887968" y="4773168"/>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Thanh toán</a:t>
            </a:r>
          </a:p>
        </p:txBody>
      </p:sp>
      <p:sp>
        <p:nvSpPr>
          <p:cNvPr id="68" name="Connector 67">
            <a:extLst xmlns:a="http://schemas.openxmlformats.org/drawingml/2006/main">
              <a:ext uri="{FF2B5EF4-FFF2-40B4-BE49-F238E27FC236}">
                <a16:creationId xmlns:a16="http://schemas.microsoft.com/office/drawing/2014/main" id="{0151DB8C-7B2C-4A6F-85A6-E0CE53752768}"/>
              </a:ext>
            </a:extLst>
          </p:cNvPr>
          <p:cNvSpPr>
            <a:spLocks xmlns:a="http://schemas.openxmlformats.org/drawingml/2006/main" noGrp="1"/>
          </p:cNvSpPr>
          <p:nvPr/>
        </p:nvSpPr>
        <p:spPr>
          <a:xfrm xmlns:a="http://schemas.openxmlformats.org/drawingml/2006/main">
            <a:off x="7223760" y="3794760"/>
            <a:ext cx="1664208" cy="1133856"/>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9" name="Oval 68">
            <a:extLst xmlns:a="http://schemas.openxmlformats.org/drawingml/2006/main">
              <a:ext uri="{FF2B5EF4-FFF2-40B4-BE49-F238E27FC236}">
                <a16:creationId xmlns:a16="http://schemas.microsoft.com/office/drawing/2014/main" id="{BD5214BE-9E12-46C6-9A0C-4C60D740C563}"/>
              </a:ext>
            </a:extLst>
          </p:cNvPr>
          <p:cNvSpPr>
            <a:spLocks xmlns:a="http://schemas.openxmlformats.org/drawingml/2006/main" noGrp="1"/>
          </p:cNvSpPr>
          <p:nvPr/>
        </p:nvSpPr>
        <p:spPr>
          <a:xfrm xmlns:a="http://schemas.openxmlformats.org/drawingml/2006/main">
            <a:off x="8887968" y="5212080"/>
            <a:ext cx="1719072" cy="310896"/>
          </a:xfrm>
          <a:prstGeom xmlns:a="http://schemas.openxmlformats.org/drawingml/2006/main" prst="ellipse">
            <a:avLst/>
          </a:prstGeom>
          <a:solidFill xmlns:a="http://schemas.openxmlformats.org/drawingml/2006/main">
            <a:srgbClr val="FFFAE8"/>
          </a:solidFill>
          <a:ln xmlns:a="http://schemas.openxmlformats.org/drawingml/2006/main" w="10160">
            <a:solidFill>
              <a:srgbClr val="F1B53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50" b="1">
                <a:solidFill>
                  <a:srgbClr val="052B69"/>
                </a:solidFill>
                <a:latin typeface="Arial"/>
                <a:ea typeface="Arial"/>
                <a:cs typeface="Arial"/>
              </a:rPr>
              <a:t>Xem chi tiết sản phẩm</a:t>
            </a:r>
          </a:p>
        </p:txBody>
      </p:sp>
      <p:sp>
        <p:nvSpPr>
          <p:cNvPr id="70" name="Connector 69">
            <a:extLst xmlns:a="http://schemas.openxmlformats.org/drawingml/2006/main">
              <a:ext uri="{FF2B5EF4-FFF2-40B4-BE49-F238E27FC236}">
                <a16:creationId xmlns:a16="http://schemas.microsoft.com/office/drawing/2014/main" id="{5EA524B8-6C6B-4383-BD84-8F607D358CAE}"/>
              </a:ext>
            </a:extLst>
          </p:cNvPr>
          <p:cNvSpPr>
            <a:spLocks xmlns:a="http://schemas.openxmlformats.org/drawingml/2006/main" noGrp="1"/>
          </p:cNvSpPr>
          <p:nvPr/>
        </p:nvSpPr>
        <p:spPr>
          <a:xfrm xmlns:a="http://schemas.openxmlformats.org/drawingml/2006/main">
            <a:off x="7223760" y="3794760"/>
            <a:ext cx="1664208" cy="1572768"/>
          </a:xfrm>
          <a:prstGeom xmlns:a="http://schemas.openxmlformats.org/drawingml/2006/main" prst="line">
            <a:avLst/>
          </a:prstGeom>
          <a:ln xmlns:a="http://schemas.openxmlformats.org/drawingml/2006/main" w="825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1" name="Oval 70">
            <a:extLst xmlns:a="http://schemas.openxmlformats.org/drawingml/2006/main">
              <a:ext uri="{FF2B5EF4-FFF2-40B4-BE49-F238E27FC236}">
                <a16:creationId xmlns:a16="http://schemas.microsoft.com/office/drawing/2014/main" id="{C15D50FB-494B-48E5-B8B7-AF87038A2128}"/>
              </a:ext>
            </a:extLst>
          </p:cNvPr>
          <p:cNvSpPr>
            <a:spLocks xmlns:a="http://schemas.openxmlformats.org/drawingml/2006/main" noGrp="1"/>
          </p:cNvSpPr>
          <p:nvPr/>
        </p:nvSpPr>
        <p:spPr>
          <a:xfrm xmlns:a="http://schemas.openxmlformats.org/drawingml/2006/main">
            <a:off x="6327648" y="4983480"/>
            <a:ext cx="868680" cy="329184"/>
          </a:xfrm>
          <a:prstGeom xmlns:a="http://schemas.openxmlformats.org/drawingml/2006/main" prst="ellipse">
            <a:avLst/>
          </a:prstGeom>
          <a:solidFill xmlns:a="http://schemas.openxmlformats.org/drawingml/2006/main">
            <a:srgbClr val="E1F3FF"/>
          </a:solidFill>
          <a:ln xmlns:a="http://schemas.openxmlformats.org/drawingml/2006/main" w="1016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10" b="1">
                <a:solidFill>
                  <a:srgbClr val="052B69"/>
                </a:solidFill>
                <a:latin typeface="Arial"/>
                <a:ea typeface="Arial"/>
                <a:cs typeface="Arial"/>
              </a:rPr>
              <a:t>Đăng nhập</a:t>
            </a:r>
          </a:p>
        </p:txBody>
      </p:sp>
      <p:sp>
        <p:nvSpPr>
          <p:cNvPr id="72" name="Oval 71">
            <a:extLst xmlns:a="http://schemas.openxmlformats.org/drawingml/2006/main">
              <a:ext uri="{FF2B5EF4-FFF2-40B4-BE49-F238E27FC236}">
                <a16:creationId xmlns:a16="http://schemas.microsoft.com/office/drawing/2014/main" id="{22DB4FD1-CD28-4251-BAAB-8ABE6282E050}"/>
              </a:ext>
            </a:extLst>
          </p:cNvPr>
          <p:cNvSpPr>
            <a:spLocks xmlns:a="http://schemas.openxmlformats.org/drawingml/2006/main" noGrp="1"/>
          </p:cNvSpPr>
          <p:nvPr/>
        </p:nvSpPr>
        <p:spPr>
          <a:xfrm xmlns:a="http://schemas.openxmlformats.org/drawingml/2006/main">
            <a:off x="7242048" y="4983480"/>
            <a:ext cx="822960" cy="329184"/>
          </a:xfrm>
          <a:prstGeom xmlns:a="http://schemas.openxmlformats.org/drawingml/2006/main" prst="ellipse">
            <a:avLst/>
          </a:prstGeom>
          <a:solidFill xmlns:a="http://schemas.openxmlformats.org/drawingml/2006/main">
            <a:srgbClr val="E1F3FF"/>
          </a:solidFill>
          <a:ln xmlns:a="http://schemas.openxmlformats.org/drawingml/2006/main" w="1016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810" b="1">
                <a:solidFill>
                  <a:srgbClr val="052B69"/>
                </a:solidFill>
                <a:latin typeface="Arial"/>
                <a:ea typeface="Arial"/>
                <a:cs typeface="Arial"/>
              </a:rPr>
              <a:t>Đăng ký</a:t>
            </a:r>
          </a:p>
        </p:txBody>
      </p:sp>
      <p:cxnSp>
        <p:nvCxnSpPr>
          <p:cNvPr id="152" name="Connector 72"/>
          <p:cNvCxnSpPr>
            <a:stCxn xmlns:a="http://schemas.openxmlformats.org/drawingml/2006/main" id="34" idx="2"/>
          </p:cNvCxnSpPr>
          <p:nvPr/>
        </p:nvCxnSpPr>
        <p:spPr>
          <a:xfrm xmlns:a="http://schemas.openxmlformats.org/drawingml/2006/main" flipH="1">
            <a:off x="6748272" y="4389120"/>
            <a:ext cx="246888" cy="594360"/>
          </a:xfrm>
          <a:prstGeom xmlns:a="http://schemas.openxmlformats.org/drawingml/2006/main" prst="line">
            <a:avLst/>
          </a:prstGeom>
          <a:ln xmlns:a="http://schemas.openxmlformats.org/drawingml/2006/main" w="952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cxnSp>
      <p:sp>
        <p:nvSpPr>
          <p:cNvPr id="74" name="Connector 73">
            <a:extLst xmlns:a="http://schemas.openxmlformats.org/drawingml/2006/main">
              <a:ext uri="{FF2B5EF4-FFF2-40B4-BE49-F238E27FC236}">
                <a16:creationId xmlns:a16="http://schemas.microsoft.com/office/drawing/2014/main" id="{98FDA816-77BE-4363-BB57-6FEC02A4DDF7}"/>
              </a:ext>
            </a:extLst>
          </p:cNvPr>
          <p:cNvSpPr>
            <a:spLocks xmlns:a="http://schemas.openxmlformats.org/drawingml/2006/main" noGrp="1"/>
          </p:cNvSpPr>
          <p:nvPr/>
        </p:nvSpPr>
        <p:spPr>
          <a:xfrm xmlns:a="http://schemas.openxmlformats.org/drawingml/2006/main">
            <a:off x="6995160" y="4389120"/>
            <a:ext cx="640080" cy="594360"/>
          </a:xfrm>
          <a:prstGeom xmlns:a="http://schemas.openxmlformats.org/drawingml/2006/main" prst="line">
            <a:avLst/>
          </a:prstGeom>
          <a:ln xmlns:a="http://schemas.openxmlformats.org/drawingml/2006/main" w="9525">
            <a:solidFill>
              <a:srgbClr val="052B6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5" name="Connector 74">
            <a:extLst xmlns:a="http://schemas.openxmlformats.org/drawingml/2006/main">
              <a:ext uri="{FF2B5EF4-FFF2-40B4-BE49-F238E27FC236}">
                <a16:creationId xmlns:a16="http://schemas.microsoft.com/office/drawing/2014/main" id="{61D229D7-DC28-45A3-9ACD-E4DE85553258}"/>
              </a:ext>
            </a:extLst>
          </p:cNvPr>
          <p:cNvSpPr>
            <a:spLocks xmlns:a="http://schemas.openxmlformats.org/drawingml/2006/main" noGrp="1"/>
          </p:cNvSpPr>
          <p:nvPr/>
        </p:nvSpPr>
        <p:spPr>
          <a:xfrm xmlns:a="http://schemas.openxmlformats.org/drawingml/2006/main" flipV="1">
            <a:off x="256032" y="6446520"/>
            <a:ext cx="402336" cy="411480"/>
          </a:xfrm>
          <a:prstGeom xmlns:a="http://schemas.openxmlformats.org/drawingml/2006/main" prst="line">
            <a:avLst/>
          </a:prstGeom>
          <a:ln xmlns:a="http://schemas.openxmlformats.org/drawingml/2006/main" w="10160">
            <a:solidFill>
              <a:srgbClr val="0E63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6" name="Connector 75">
            <a:extLst xmlns:a="http://schemas.openxmlformats.org/drawingml/2006/main">
              <a:ext uri="{FF2B5EF4-FFF2-40B4-BE49-F238E27FC236}">
                <a16:creationId xmlns:a16="http://schemas.microsoft.com/office/drawing/2014/main" id="{E07CAB4F-5A78-435F-88CD-8578C5AE6DD7}"/>
              </a:ext>
            </a:extLst>
          </p:cNvPr>
          <p:cNvSpPr>
            <a:spLocks xmlns:a="http://schemas.openxmlformats.org/drawingml/2006/main" noGrp="1"/>
          </p:cNvSpPr>
          <p:nvPr/>
        </p:nvSpPr>
        <p:spPr>
          <a:xfrm xmlns:a="http://schemas.openxmlformats.org/drawingml/2006/main">
            <a:off x="658368" y="6446520"/>
            <a:ext cx="576072" cy="301752"/>
          </a:xfrm>
          <a:prstGeom xmlns:a="http://schemas.openxmlformats.org/drawingml/2006/main" prst="line">
            <a:avLst/>
          </a:prstGeom>
          <a:ln xmlns:a="http://schemas.openxmlformats.org/drawingml/2006/main" w="10160">
            <a:solidFill>
              <a:srgbClr val="0E63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7" name="Oval 76">
            <a:extLst xmlns:a="http://schemas.openxmlformats.org/drawingml/2006/main">
              <a:ext uri="{FF2B5EF4-FFF2-40B4-BE49-F238E27FC236}">
                <a16:creationId xmlns:a16="http://schemas.microsoft.com/office/drawing/2014/main" id="{2D8BC9A8-2D59-470F-98B5-C9790CEBDA52}"/>
              </a:ext>
            </a:extLst>
          </p:cNvPr>
          <p:cNvSpPr>
            <a:spLocks xmlns:a="http://schemas.openxmlformats.org/drawingml/2006/main" noGrp="1"/>
          </p:cNvSpPr>
          <p:nvPr/>
        </p:nvSpPr>
        <p:spPr>
          <a:xfrm xmlns:a="http://schemas.openxmlformats.org/drawingml/2006/main">
            <a:off x="548640" y="6336792"/>
            <a:ext cx="219456" cy="219456"/>
          </a:xfrm>
          <a:prstGeom xmlns:a="http://schemas.openxmlformats.org/drawingml/2006/main" prst="ellipse">
            <a:avLst/>
          </a:prstGeom>
          <a:solidFill xmlns:a="http://schemas.openxmlformats.org/drawingml/2006/main">
            <a:srgbClr val="E1F3FF"/>
          </a:solidFill>
          <a:ln xmlns:a="http://schemas.openxmlformats.org/drawingml/2006/main" w="1016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Oval 77">
            <a:extLst xmlns:a="http://schemas.openxmlformats.org/drawingml/2006/main">
              <a:ext uri="{FF2B5EF4-FFF2-40B4-BE49-F238E27FC236}">
                <a16:creationId xmlns:a16="http://schemas.microsoft.com/office/drawing/2014/main" id="{65B73FD3-9D73-4B2C-915D-A46E3C766E30}"/>
              </a:ext>
            </a:extLst>
          </p:cNvPr>
          <p:cNvSpPr>
            <a:spLocks xmlns:a="http://schemas.openxmlformats.org/drawingml/2006/main" noGrp="1"/>
          </p:cNvSpPr>
          <p:nvPr/>
        </p:nvSpPr>
        <p:spPr>
          <a:xfrm xmlns:a="http://schemas.openxmlformats.org/drawingml/2006/main">
            <a:off x="1106424" y="6620256"/>
            <a:ext cx="256032" cy="256032"/>
          </a:xfrm>
          <a:prstGeom xmlns:a="http://schemas.openxmlformats.org/drawingml/2006/main" prst="ellipse">
            <a:avLst/>
          </a:prstGeom>
          <a:solidFill xmlns:a="http://schemas.openxmlformats.org/drawingml/2006/main">
            <a:srgbClr val="E1F3FF"/>
          </a:solidFill>
          <a:ln xmlns:a="http://schemas.openxmlformats.org/drawingml/2006/main" w="10160">
            <a:solidFill>
              <a:srgbClr val="0E6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TextBox 78">
            <a:extLst xmlns:a="http://schemas.openxmlformats.org/drawingml/2006/main">
              <a:ext uri="{FF2B5EF4-FFF2-40B4-BE49-F238E27FC236}">
                <a16:creationId xmlns:a16="http://schemas.microsoft.com/office/drawing/2014/main" id="{3D3F56D3-14F0-4675-B7E0-87B7AF853900}"/>
              </a:ext>
            </a:extLst>
          </p:cNvPr>
          <p:cNvSpPr>
            <a:spLocks xmlns:a="http://schemas.openxmlformats.org/drawingml/2006/main" noGrp="1"/>
          </p:cNvSpPr>
          <p:nvPr/>
        </p:nvSpPr>
        <p:spPr>
          <a:xfrm xmlns:a="http://schemas.openxmlformats.org/drawingml/2006/main">
            <a:off x="10972800" y="6144768"/>
            <a:ext cx="685800" cy="4114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000" b="1">
                <a:solidFill>
                  <a:srgbClr val="0E63E6"/>
                </a:solidFill>
                <a:latin typeface="Arial"/>
                <a:ea typeface="Arial"/>
                <a:cs typeface="Arial"/>
              </a:rPr>
              <a:t>• • • •
• • • •
• • • •</a:t>
            </a:r>
          </a:p>
        </p:txBody>
      </p:sp>
      <p:pic>
        <p:nvPicPr>
          <p:cNvPr id="159" name="Picture 79"/>
          <p:cNvPicPr>
            <a:picLocks xmlns:a="http://schemas.openxmlformats.org/drawingml/2006/main" noChangeAspect="1"/>
          </p:cNvPicPr>
          <p:nvPr/>
        </p:nvPicPr>
        <p:blipFill>
          <a:blip xmlns:r="http://schemas.openxmlformats.org/officeDocument/2006/relationships" xmlns:a="http://schemas.openxmlformats.org/drawingml/2006/main" r:embed="R3d6af1889b9d4f38"/>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10341174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7B1636-80BB-4FF5-8404-F2320BAC7112}"/>
              </a:ext>
            </a:extLst>
          </p:cNvPr>
          <p:cNvSpPr>
            <a:spLocks xmlns:a="http://schemas.openxmlformats.org/drawingml/2006/main" noGrp="1"/>
          </p:cNvSpPr>
          <p:nvPr/>
        </p:nvSpPr>
        <p:spPr>
          <a:xfrm xmlns:a="http://schemas.openxmlformats.org/drawingml/2006/main">
            <a:off x="3211975" y="309890"/>
            <a:ext cx="5806440" cy="523220"/>
          </a:xfrm>
          <a:prstGeom xmlns:a="http://schemas.openxmlformats.org/drawingml/2006/main" prst="rect">
            <a:avLst/>
          </a:prstGeom>
          <a:noFill xmlns:a="http://schemas.openxmlformats.org/drawingml/2006/main"/>
        </p:spPr>
        <p:txBody>
          <a:bodyPr xmlns:a="http://schemas.openxmlformats.org/drawingml/2006/main" wrap="square" lIns="91440" tIns="45720" rIns="91440" bIns="45720" anchor="ctr">
            <a:spAutoFit/>
          </a:bodyPr>
          <a:lstStyle xmlns:a="http://schemas.openxmlformats.org/drawingml/2006/main"/>
          <a:p xmlns:a="http://schemas.openxmlformats.org/drawingml/2006/main">
            <a:pPr algn="ctr">
              <a:buNone/>
            </a:pPr>
            <a:r>
              <a:rPr sz="2800" b="1">
                <a:solidFill>
                  <a:srgbClr val="042667"/>
                </a:solidFill>
                <a:latin typeface="Arial"/>
                <a:ea typeface="Arial"/>
                <a:cs typeface="Arial"/>
              </a:rPr>
              <a:t>KẾT QUẢ </a:t>
            </a:r>
            <a:r>
              <a:rPr sz="2800" b="1">
                <a:solidFill>
                  <a:srgbClr val="042667"/>
                </a:solidFill>
                <a:latin typeface="Arial"/>
                <a:ea typeface="Arial"/>
                <a:cs typeface="Arial"/>
              </a:rPr>
              <a:t>DỰ ÁN</a:t>
            </a:r>
          </a:p>
        </p:txBody>
      </p:sp>
      <p:sp>
        <p:nvSpPr>
          <p:cNvPr id="3" name="Connector 2">
            <a:extLst xmlns:a="http://schemas.openxmlformats.org/drawingml/2006/main">
              <a:ext uri="{FF2B5EF4-FFF2-40B4-BE49-F238E27FC236}">
                <a16:creationId xmlns:a16="http://schemas.microsoft.com/office/drawing/2014/main" id="{56B2D4C6-A5EA-4C60-BACF-45D79B171571}"/>
              </a:ext>
            </a:extLst>
          </p:cNvPr>
          <p:cNvSpPr>
            <a:spLocks xmlns:a="http://schemas.openxmlformats.org/drawingml/2006/main" noGrp="1"/>
          </p:cNvSpPr>
          <p:nvPr/>
        </p:nvSpPr>
        <p:spPr>
          <a:xfrm xmlns:a="http://schemas.openxmlformats.org/drawingml/2006/main">
            <a:off x="5486400" y="960120"/>
            <a:ext cx="566928" cy="0"/>
          </a:xfrm>
          <a:prstGeom xmlns:a="http://schemas.openxmlformats.org/drawingml/2006/main" prst="line">
            <a:avLst/>
          </a:prstGeom>
          <a:ln xmlns:a="http://schemas.openxmlformats.org/drawingml/2006/main" w="27940">
            <a:solidFill>
              <a:srgbClr val="1869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Oval 3">
            <a:extLst xmlns:a="http://schemas.openxmlformats.org/drawingml/2006/main">
              <a:ext uri="{FF2B5EF4-FFF2-40B4-BE49-F238E27FC236}">
                <a16:creationId xmlns:a16="http://schemas.microsoft.com/office/drawing/2014/main" id="{09063F39-CF58-40F0-AA10-06DEFA06A9A8}"/>
              </a:ext>
            </a:extLst>
          </p:cNvPr>
          <p:cNvSpPr>
            <a:spLocks xmlns:a="http://schemas.openxmlformats.org/drawingml/2006/main" noGrp="1"/>
          </p:cNvSpPr>
          <p:nvPr/>
        </p:nvSpPr>
        <p:spPr>
          <a:xfrm xmlns:a="http://schemas.openxmlformats.org/drawingml/2006/main">
            <a:off x="6167627" y="937260"/>
            <a:ext cx="45720" cy="45720"/>
          </a:xfrm>
          <a:prstGeom xmlns:a="http://schemas.openxmlformats.org/drawingml/2006/main" prst="ellipse">
            <a:avLst/>
          </a:prstGeom>
          <a:solidFill xmlns:a="http://schemas.openxmlformats.org/drawingml/2006/main">
            <a:srgbClr val="1869E6"/>
          </a:solidFill>
          <a:ln xmlns:a="http://schemas.openxmlformats.org/drawingml/2006/main" w="254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68D3C22F-C75D-492B-9A59-F579274FB5C4}"/>
              </a:ext>
            </a:extLst>
          </p:cNvPr>
          <p:cNvSpPr>
            <a:spLocks xmlns:a="http://schemas.openxmlformats.org/drawingml/2006/main" noGrp="1"/>
          </p:cNvSpPr>
          <p:nvPr/>
        </p:nvSpPr>
        <p:spPr>
          <a:xfrm xmlns:a="http://schemas.openxmlformats.org/drawingml/2006/main">
            <a:off x="6286500" y="937260"/>
            <a:ext cx="45720" cy="45720"/>
          </a:xfrm>
          <a:prstGeom xmlns:a="http://schemas.openxmlformats.org/drawingml/2006/main" prst="ellipse">
            <a:avLst/>
          </a:prstGeom>
          <a:solidFill xmlns:a="http://schemas.openxmlformats.org/drawingml/2006/main">
            <a:srgbClr val="1869E6"/>
          </a:solidFill>
          <a:ln xmlns:a="http://schemas.openxmlformats.org/drawingml/2006/main" w="254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83750A9E-6AC8-468B-BBA2-5A29180E6C64}"/>
              </a:ext>
            </a:extLst>
          </p:cNvPr>
          <p:cNvSpPr>
            <a:spLocks xmlns:a="http://schemas.openxmlformats.org/drawingml/2006/main" noGrp="1"/>
          </p:cNvSpPr>
          <p:nvPr/>
        </p:nvSpPr>
        <p:spPr>
          <a:xfrm xmlns:a="http://schemas.openxmlformats.org/drawingml/2006/main">
            <a:off x="6405372" y="937260"/>
            <a:ext cx="45720" cy="45720"/>
          </a:xfrm>
          <a:prstGeom xmlns:a="http://schemas.openxmlformats.org/drawingml/2006/main" prst="ellipse">
            <a:avLst/>
          </a:prstGeom>
          <a:solidFill xmlns:a="http://schemas.openxmlformats.org/drawingml/2006/main">
            <a:srgbClr val="1869E6"/>
          </a:solidFill>
          <a:ln xmlns:a="http://schemas.openxmlformats.org/drawingml/2006/main" w="254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nector 6">
            <a:extLst xmlns:a="http://schemas.openxmlformats.org/drawingml/2006/main">
              <a:ext uri="{FF2B5EF4-FFF2-40B4-BE49-F238E27FC236}">
                <a16:creationId xmlns:a16="http://schemas.microsoft.com/office/drawing/2014/main" id="{A40DB33A-6A66-4BBF-B940-7493C629ABE5}"/>
              </a:ext>
            </a:extLst>
          </p:cNvPr>
          <p:cNvSpPr>
            <a:spLocks xmlns:a="http://schemas.openxmlformats.org/drawingml/2006/main" noGrp="1"/>
          </p:cNvSpPr>
          <p:nvPr/>
        </p:nvSpPr>
        <p:spPr>
          <a:xfrm xmlns:a="http://schemas.openxmlformats.org/drawingml/2006/main">
            <a:off x="502920" y="1572768"/>
            <a:ext cx="0" cy="3227832"/>
          </a:xfrm>
          <a:prstGeom xmlns:a="http://schemas.openxmlformats.org/drawingml/2006/main" prst="line">
            <a:avLst/>
          </a:prstGeom>
          <a:ln xmlns:a="http://schemas.openxmlformats.org/drawingml/2006/main" w="10160">
            <a:solidFill>
              <a:srgbClr val="5F9B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Oval 7">
            <a:extLst xmlns:a="http://schemas.openxmlformats.org/drawingml/2006/main">
              <a:ext uri="{FF2B5EF4-FFF2-40B4-BE49-F238E27FC236}">
                <a16:creationId xmlns:a16="http://schemas.microsoft.com/office/drawing/2014/main" id="{C1A6C3E7-0A25-4220-B551-5034611DA226}"/>
              </a:ext>
            </a:extLst>
          </p:cNvPr>
          <p:cNvSpPr>
            <a:spLocks xmlns:a="http://schemas.openxmlformats.org/drawingml/2006/main" noGrp="1"/>
          </p:cNvSpPr>
          <p:nvPr/>
        </p:nvSpPr>
        <p:spPr>
          <a:xfrm xmlns:a="http://schemas.openxmlformats.org/drawingml/2006/main">
            <a:off x="393192" y="1883664"/>
            <a:ext cx="219456" cy="219456"/>
          </a:xfrm>
          <a:prstGeom xmlns:a="http://schemas.openxmlformats.org/drawingml/2006/main" prst="ellipse">
            <a:avLst/>
          </a:prstGeom>
          <a:solidFill xmlns:a="http://schemas.openxmlformats.org/drawingml/2006/main">
            <a:srgbClr val="E8F5FF"/>
          </a:solidFill>
          <a:ln xmlns:a="http://schemas.openxmlformats.org/drawingml/2006/main" w="1016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Oval 8">
            <a:extLst xmlns:a="http://schemas.openxmlformats.org/drawingml/2006/main">
              <a:ext uri="{FF2B5EF4-FFF2-40B4-BE49-F238E27FC236}">
                <a16:creationId xmlns:a16="http://schemas.microsoft.com/office/drawing/2014/main" id="{42C99924-F11A-440B-ACAB-E6603EF2C20E}"/>
              </a:ext>
            </a:extLst>
          </p:cNvPr>
          <p:cNvSpPr>
            <a:spLocks xmlns:a="http://schemas.openxmlformats.org/drawingml/2006/main" noGrp="1"/>
          </p:cNvSpPr>
          <p:nvPr/>
        </p:nvSpPr>
        <p:spPr>
          <a:xfrm xmlns:a="http://schemas.openxmlformats.org/drawingml/2006/main">
            <a:off x="365760" y="4023359"/>
            <a:ext cx="274320" cy="274320"/>
          </a:xfrm>
          <a:prstGeom xmlns:a="http://schemas.openxmlformats.org/drawingml/2006/main" prst="ellipse">
            <a:avLst/>
          </a:prstGeom>
          <a:solidFill xmlns:a="http://schemas.openxmlformats.org/drawingml/2006/main">
            <a:srgbClr val="E8F5FF"/>
          </a:solidFill>
          <a:ln xmlns:a="http://schemas.openxmlformats.org/drawingml/2006/main" w="1016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Connector 9">
            <a:extLst xmlns:a="http://schemas.openxmlformats.org/drawingml/2006/main">
              <a:ext uri="{FF2B5EF4-FFF2-40B4-BE49-F238E27FC236}">
                <a16:creationId xmlns:a16="http://schemas.microsoft.com/office/drawing/2014/main" id="{FF349A2B-601F-470C-AA4F-75A55C25583E}"/>
              </a:ext>
            </a:extLst>
          </p:cNvPr>
          <p:cNvSpPr>
            <a:spLocks xmlns:a="http://schemas.openxmlformats.org/drawingml/2006/main" noGrp="1"/>
          </p:cNvSpPr>
          <p:nvPr/>
        </p:nvSpPr>
        <p:spPr>
          <a:xfrm xmlns:a="http://schemas.openxmlformats.org/drawingml/2006/main" flipH="1">
            <a:off x="10287000" y="731520"/>
            <a:ext cx="521208" cy="1261872"/>
          </a:xfrm>
          <a:prstGeom xmlns:a="http://schemas.openxmlformats.org/drawingml/2006/main" prst="line">
            <a:avLst/>
          </a:prstGeom>
          <a:ln xmlns:a="http://schemas.openxmlformats.org/drawingml/2006/main" w="10160">
            <a:solidFill>
              <a:srgbClr val="5F9B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B5364E58-780B-4FBF-8745-F0F4BB7D8C29}"/>
              </a:ext>
            </a:extLst>
          </p:cNvPr>
          <p:cNvSpPr>
            <a:spLocks xmlns:a="http://schemas.openxmlformats.org/drawingml/2006/main" noGrp="1"/>
          </p:cNvSpPr>
          <p:nvPr/>
        </p:nvSpPr>
        <p:spPr>
          <a:xfrm xmlns:a="http://schemas.openxmlformats.org/drawingml/2006/main">
            <a:off x="10287000" y="1993392"/>
            <a:ext cx="411480" cy="1828799"/>
          </a:xfrm>
          <a:prstGeom xmlns:a="http://schemas.openxmlformats.org/drawingml/2006/main" prst="line">
            <a:avLst/>
          </a:prstGeom>
          <a:ln xmlns:a="http://schemas.openxmlformats.org/drawingml/2006/main" w="10160">
            <a:solidFill>
              <a:srgbClr val="5F9B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Oval 11">
            <a:extLst xmlns:a="http://schemas.openxmlformats.org/drawingml/2006/main">
              <a:ext uri="{FF2B5EF4-FFF2-40B4-BE49-F238E27FC236}">
                <a16:creationId xmlns:a16="http://schemas.microsoft.com/office/drawing/2014/main" id="{3EB9DAD4-C69B-48B3-B035-215FAC027A41}"/>
              </a:ext>
            </a:extLst>
          </p:cNvPr>
          <p:cNvSpPr>
            <a:spLocks xmlns:a="http://schemas.openxmlformats.org/drawingml/2006/main" noGrp="1"/>
          </p:cNvSpPr>
          <p:nvPr/>
        </p:nvSpPr>
        <p:spPr>
          <a:xfrm xmlns:a="http://schemas.openxmlformats.org/drawingml/2006/main">
            <a:off x="10707624" y="630936"/>
            <a:ext cx="201168" cy="201168"/>
          </a:xfrm>
          <a:prstGeom xmlns:a="http://schemas.openxmlformats.org/drawingml/2006/main" prst="ellipse">
            <a:avLst/>
          </a:prstGeom>
          <a:solidFill xmlns:a="http://schemas.openxmlformats.org/drawingml/2006/main">
            <a:srgbClr val="E8F5FF"/>
          </a:solidFill>
          <a:ln xmlns:a="http://schemas.openxmlformats.org/drawingml/2006/main" w="1016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C91645C2-2BE2-4260-85F1-6BC0A9B0E536}"/>
              </a:ext>
            </a:extLst>
          </p:cNvPr>
          <p:cNvSpPr>
            <a:spLocks xmlns:a="http://schemas.openxmlformats.org/drawingml/2006/main" noGrp="1"/>
          </p:cNvSpPr>
          <p:nvPr/>
        </p:nvSpPr>
        <p:spPr>
          <a:xfrm xmlns:a="http://schemas.openxmlformats.org/drawingml/2006/main">
            <a:off x="10012680" y="1719072"/>
            <a:ext cx="548640" cy="548640"/>
          </a:xfrm>
          <a:prstGeom xmlns:a="http://schemas.openxmlformats.org/drawingml/2006/main" prst="ellipse">
            <a:avLst/>
          </a:prstGeom>
          <a:solidFill xmlns:a="http://schemas.openxmlformats.org/drawingml/2006/main">
            <a:srgbClr val="E8F5FF"/>
          </a:solidFill>
          <a:ln xmlns:a="http://schemas.openxmlformats.org/drawingml/2006/main" w="1397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Oval 13">
            <a:extLst xmlns:a="http://schemas.openxmlformats.org/drawingml/2006/main">
              <a:ext uri="{FF2B5EF4-FFF2-40B4-BE49-F238E27FC236}">
                <a16:creationId xmlns:a16="http://schemas.microsoft.com/office/drawing/2014/main" id="{8ECB1C17-2E04-4535-A6DA-6DD630456A30}"/>
              </a:ext>
            </a:extLst>
          </p:cNvPr>
          <p:cNvSpPr>
            <a:spLocks xmlns:a="http://schemas.openxmlformats.org/drawingml/2006/main" noGrp="1"/>
          </p:cNvSpPr>
          <p:nvPr/>
        </p:nvSpPr>
        <p:spPr>
          <a:xfrm xmlns:a="http://schemas.openxmlformats.org/drawingml/2006/main">
            <a:off x="10588752" y="3712463"/>
            <a:ext cx="219456" cy="219456"/>
          </a:xfrm>
          <a:prstGeom xmlns:a="http://schemas.openxmlformats.org/drawingml/2006/main" prst="ellipse">
            <a:avLst/>
          </a:prstGeom>
          <a:solidFill xmlns:a="http://schemas.openxmlformats.org/drawingml/2006/main">
            <a:srgbClr val="E8F5FF"/>
          </a:solidFill>
          <a:ln xmlns:a="http://schemas.openxmlformats.org/drawingml/2006/main" w="1016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ounded Rectangle 14">
            <a:extLst xmlns:a="http://schemas.openxmlformats.org/drawingml/2006/main">
              <a:ext uri="{FF2B5EF4-FFF2-40B4-BE49-F238E27FC236}">
                <a16:creationId xmlns:a16="http://schemas.microsoft.com/office/drawing/2014/main" id="{E19E3AF0-56D8-4591-B7EA-604BFBC45A2B}"/>
              </a:ext>
            </a:extLst>
          </p:cNvPr>
          <p:cNvSpPr>
            <a:spLocks xmlns:a="http://schemas.openxmlformats.org/drawingml/2006/main" noGrp="1"/>
          </p:cNvSpPr>
          <p:nvPr/>
        </p:nvSpPr>
        <p:spPr>
          <a:xfrm xmlns:a="http://schemas.openxmlformats.org/drawingml/2006/main">
            <a:off x="2834640" y="1353312"/>
            <a:ext cx="6355080" cy="1335024"/>
          </a:xfrm>
          <a:prstGeom xmlns:a="http://schemas.openxmlformats.org/drawingml/2006/main" prst="roundRect">
            <a:avLst/>
          </a:prstGeom>
          <a:solidFill xmlns:a="http://schemas.openxmlformats.org/drawingml/2006/main">
            <a:srgbClr val="FFFFFF"/>
          </a:solidFill>
          <a:ln xmlns:a="http://schemas.openxmlformats.org/drawingml/2006/main" w="1905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ounded Rectangle 15">
            <a:extLst xmlns:a="http://schemas.openxmlformats.org/drawingml/2006/main">
              <a:ext uri="{FF2B5EF4-FFF2-40B4-BE49-F238E27FC236}">
                <a16:creationId xmlns:a16="http://schemas.microsoft.com/office/drawing/2014/main" id="{C0F092F4-C413-486D-9003-1173EDEC6F3F}"/>
              </a:ext>
            </a:extLst>
          </p:cNvPr>
          <p:cNvSpPr>
            <a:spLocks xmlns:a="http://schemas.openxmlformats.org/drawingml/2006/main" noGrp="1"/>
          </p:cNvSpPr>
          <p:nvPr/>
        </p:nvSpPr>
        <p:spPr>
          <a:xfrm xmlns:a="http://schemas.openxmlformats.org/drawingml/2006/main">
            <a:off x="2907792" y="1417320"/>
            <a:ext cx="6208776" cy="1207008"/>
          </a:xfrm>
          <a:prstGeom xmlns:a="http://schemas.openxmlformats.org/drawingml/2006/main" prst="roundRect">
            <a:avLst/>
          </a:prstGeom>
          <a:solidFill xmlns:a="http://schemas.openxmlformats.org/drawingml/2006/main">
            <a:srgbClr val="FFFFFF"/>
          </a:solidFill>
          <a:ln xmlns:a="http://schemas.openxmlformats.org/drawingml/2006/main" w="8890">
            <a:solidFill>
              <a:srgbClr val="BBD8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Oval 16">
            <a:extLst xmlns:a="http://schemas.openxmlformats.org/drawingml/2006/main">
              <a:ext uri="{FF2B5EF4-FFF2-40B4-BE49-F238E27FC236}">
                <a16:creationId xmlns:a16="http://schemas.microsoft.com/office/drawing/2014/main" id="{80F0952E-4DAC-4A03-BA5B-7C64CD7373E0}"/>
              </a:ext>
            </a:extLst>
          </p:cNvPr>
          <p:cNvSpPr>
            <a:spLocks xmlns:a="http://schemas.openxmlformats.org/drawingml/2006/main" noGrp="1"/>
          </p:cNvSpPr>
          <p:nvPr/>
        </p:nvSpPr>
        <p:spPr>
          <a:xfrm xmlns:a="http://schemas.openxmlformats.org/drawingml/2006/main">
            <a:off x="3108960" y="1600200"/>
            <a:ext cx="841248" cy="841248"/>
          </a:xfrm>
          <a:prstGeom xmlns:a="http://schemas.openxmlformats.org/drawingml/2006/main" prst="ellipse">
            <a:avLst/>
          </a:prstGeom>
          <a:solidFill xmlns:a="http://schemas.openxmlformats.org/drawingml/2006/main">
            <a:srgbClr val="E8F5FF"/>
          </a:solidFill>
          <a:ln xmlns:a="http://schemas.openxmlformats.org/drawingml/2006/main" w="2032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F29B237F-86B4-4F26-8028-D45DD87BA185}"/>
              </a:ext>
            </a:extLst>
          </p:cNvPr>
          <p:cNvSpPr>
            <a:spLocks xmlns:a="http://schemas.openxmlformats.org/drawingml/2006/main" noGrp="1"/>
          </p:cNvSpPr>
          <p:nvPr/>
        </p:nvSpPr>
        <p:spPr>
          <a:xfrm xmlns:a="http://schemas.openxmlformats.org/drawingml/2006/main">
            <a:off x="3291840" y="1792224"/>
            <a:ext cx="475488" cy="320040"/>
          </a:xfrm>
          <a:prstGeom xmlns:a="http://schemas.openxmlformats.org/drawingml/2006/main" prst="rect">
            <a:avLst/>
          </a:prstGeom>
          <a:noFill xmlns:a="http://schemas.openxmlformats.org/drawingml/2006/main"/>
          <a:ln xmlns:a="http://schemas.openxmlformats.org/drawingml/2006/main" w="1651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Oval 18">
            <a:extLst xmlns:a="http://schemas.openxmlformats.org/drawingml/2006/main">
              <a:ext uri="{FF2B5EF4-FFF2-40B4-BE49-F238E27FC236}">
                <a16:creationId xmlns:a16="http://schemas.microsoft.com/office/drawing/2014/main" id="{EBE0982C-20E4-45EE-98D1-A5E271919533}"/>
              </a:ext>
            </a:extLst>
          </p:cNvPr>
          <p:cNvSpPr>
            <a:spLocks xmlns:a="http://schemas.openxmlformats.org/drawingml/2006/main" noGrp="1"/>
          </p:cNvSpPr>
          <p:nvPr/>
        </p:nvSpPr>
        <p:spPr>
          <a:xfrm xmlns:a="http://schemas.openxmlformats.org/drawingml/2006/main">
            <a:off x="3447288" y="1865376"/>
            <a:ext cx="164592" cy="164592"/>
          </a:xfrm>
          <a:prstGeom xmlns:a="http://schemas.openxmlformats.org/drawingml/2006/main" prst="ellipse">
            <a:avLst/>
          </a:prstGeom>
          <a:solidFill xmlns:a="http://schemas.openxmlformats.org/drawingml/2006/main">
            <a:srgbClr val="FFFFFF"/>
          </a:solidFill>
          <a:ln xmlns:a="http://schemas.openxmlformats.org/drawingml/2006/main" w="1143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Connector 19">
            <a:extLst xmlns:a="http://schemas.openxmlformats.org/drawingml/2006/main">
              <a:ext uri="{FF2B5EF4-FFF2-40B4-BE49-F238E27FC236}">
                <a16:creationId xmlns:a16="http://schemas.microsoft.com/office/drawing/2014/main" id="{FADE38A4-FF75-430F-9ED2-9DA54AAD9B72}"/>
              </a:ext>
            </a:extLst>
          </p:cNvPr>
          <p:cNvSpPr>
            <a:spLocks xmlns:a="http://schemas.openxmlformats.org/drawingml/2006/main" noGrp="1"/>
          </p:cNvSpPr>
          <p:nvPr/>
        </p:nvSpPr>
        <p:spPr>
          <a:xfrm xmlns:a="http://schemas.openxmlformats.org/drawingml/2006/main">
            <a:off x="3401568" y="2194560"/>
            <a:ext cx="256032" cy="0"/>
          </a:xfrm>
          <a:prstGeom xmlns:a="http://schemas.openxmlformats.org/drawingml/2006/main" prst="line">
            <a:avLst/>
          </a:prstGeom>
          <a:ln xmlns:a="http://schemas.openxmlformats.org/drawingml/2006/main" w="16510">
            <a:solidFill>
              <a:srgbClr val="1869E6"/>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Connector 20">
            <a:extLst xmlns:a="http://schemas.openxmlformats.org/drawingml/2006/main">
              <a:ext uri="{FF2B5EF4-FFF2-40B4-BE49-F238E27FC236}">
                <a16:creationId xmlns:a16="http://schemas.microsoft.com/office/drawing/2014/main" id="{8C14B753-6323-4A5C-9F1A-F359EF20EE12}"/>
              </a:ext>
            </a:extLst>
          </p:cNvPr>
          <p:cNvSpPr>
            <a:spLocks xmlns:a="http://schemas.openxmlformats.org/drawingml/2006/main" noGrp="1"/>
          </p:cNvSpPr>
          <p:nvPr/>
        </p:nvSpPr>
        <p:spPr>
          <a:xfrm xmlns:a="http://schemas.openxmlformats.org/drawingml/2006/main">
            <a:off x="4160520" y="1600200"/>
            <a:ext cx="0" cy="832104"/>
          </a:xfrm>
          <a:prstGeom xmlns:a="http://schemas.openxmlformats.org/drawingml/2006/main" prst="line">
            <a:avLst/>
          </a:prstGeom>
          <a:ln xmlns:a="http://schemas.openxmlformats.org/drawingml/2006/main" w="10160">
            <a:solidFill>
              <a:srgbClr val="82AF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TextBox 21">
            <a:extLst xmlns:a="http://schemas.openxmlformats.org/drawingml/2006/main">
              <a:ext uri="{FF2B5EF4-FFF2-40B4-BE49-F238E27FC236}">
                <a16:creationId xmlns:a16="http://schemas.microsoft.com/office/drawing/2014/main" id="{F066316A-57E2-46AA-9B60-45930B7BEF2D}"/>
              </a:ext>
            </a:extLst>
          </p:cNvPr>
          <p:cNvSpPr>
            <a:spLocks xmlns:a="http://schemas.openxmlformats.org/drawingml/2006/main" noGrp="1"/>
          </p:cNvSpPr>
          <p:nvPr/>
        </p:nvSpPr>
        <p:spPr>
          <a:xfrm xmlns:a="http://schemas.openxmlformats.org/drawingml/2006/main">
            <a:off x="4407408" y="1563624"/>
            <a:ext cx="34747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42667"/>
                </a:solidFill>
                <a:latin typeface="Arial"/>
                <a:ea typeface="Arial"/>
                <a:cs typeface="Arial"/>
              </a:rPr>
              <a:t>Website hoạt động ổn định
&amp; đáp ứng mục tiêu</a:t>
            </a:r>
          </a:p>
        </p:txBody>
      </p:sp>
      <p:sp>
        <p:nvSpPr>
          <p:cNvPr id="23" name="TextBox 22">
            <a:extLst xmlns:a="http://schemas.openxmlformats.org/drawingml/2006/main">
              <a:ext uri="{FF2B5EF4-FFF2-40B4-BE49-F238E27FC236}">
                <a16:creationId xmlns:a16="http://schemas.microsoft.com/office/drawing/2014/main" id="{F3E9676B-7670-4CE0-AA3E-0BC77509F070}"/>
              </a:ext>
            </a:extLst>
          </p:cNvPr>
          <p:cNvSpPr>
            <a:spLocks xmlns:a="http://schemas.openxmlformats.org/drawingml/2006/main" noGrp="1"/>
          </p:cNvSpPr>
          <p:nvPr/>
        </p:nvSpPr>
        <p:spPr>
          <a:xfrm xmlns:a="http://schemas.openxmlformats.org/drawingml/2006/main">
            <a:off x="4407408" y="2048256"/>
            <a:ext cx="3794760" cy="4114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69" b="0">
                <a:solidFill>
                  <a:srgbClr val="4B5C78"/>
                </a:solidFill>
                <a:latin typeface="Arial"/>
                <a:ea typeface="Arial"/>
                <a:cs typeface="Arial"/>
              </a:rPr>
              <a:t>Xây dựng hệ thống website vận hành ổn định, hiệu suất cao,
đáp ứng đầy đủ các mục tiêu kinh doanh đã đề ra.</a:t>
            </a:r>
          </a:p>
        </p:txBody>
      </p:sp>
      <p:sp>
        <p:nvSpPr>
          <p:cNvPr id="24" name="TextBox 23">
            <a:extLst xmlns:a="http://schemas.openxmlformats.org/drawingml/2006/main">
              <a:ext uri="{FF2B5EF4-FFF2-40B4-BE49-F238E27FC236}">
                <a16:creationId xmlns:a16="http://schemas.microsoft.com/office/drawing/2014/main" id="{6F535E3A-B4FF-49F6-8C17-01DA1611123F}"/>
              </a:ext>
            </a:extLst>
          </p:cNvPr>
          <p:cNvSpPr>
            <a:spLocks xmlns:a="http://schemas.openxmlformats.org/drawingml/2006/main" noGrp="1"/>
          </p:cNvSpPr>
          <p:nvPr/>
        </p:nvSpPr>
        <p:spPr>
          <a:xfrm xmlns:a="http://schemas.openxmlformats.org/drawingml/2006/main">
            <a:off x="8183879" y="1563624"/>
            <a:ext cx="658368" cy="5029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600" b="1">
                <a:solidFill>
                  <a:srgbClr val="D2E7FC"/>
                </a:solidFill>
                <a:latin typeface="Arial"/>
                <a:ea typeface="Arial"/>
                <a:cs typeface="Arial"/>
              </a:rPr>
              <a:t>01</a:t>
            </a:r>
          </a:p>
        </p:txBody>
      </p:sp>
      <p:sp>
        <p:nvSpPr>
          <p:cNvPr id="25" name="Oval 24">
            <a:extLst xmlns:a="http://schemas.openxmlformats.org/drawingml/2006/main">
              <a:ext uri="{FF2B5EF4-FFF2-40B4-BE49-F238E27FC236}">
                <a16:creationId xmlns:a16="http://schemas.microsoft.com/office/drawing/2014/main" id="{FEA110E4-AB4F-4BA1-8D63-5169C6E46956}"/>
              </a:ext>
            </a:extLst>
          </p:cNvPr>
          <p:cNvSpPr>
            <a:spLocks xmlns:a="http://schemas.openxmlformats.org/drawingml/2006/main" noGrp="1"/>
          </p:cNvSpPr>
          <p:nvPr/>
        </p:nvSpPr>
        <p:spPr>
          <a:xfrm xmlns:a="http://schemas.openxmlformats.org/drawingml/2006/main">
            <a:off x="8639251" y="20921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Oval 25">
            <a:extLst xmlns:a="http://schemas.openxmlformats.org/drawingml/2006/main">
              <a:ext uri="{FF2B5EF4-FFF2-40B4-BE49-F238E27FC236}">
                <a16:creationId xmlns:a16="http://schemas.microsoft.com/office/drawing/2014/main" id="{C84EEB41-B6F1-4E6F-9C48-F61CCA065B3B}"/>
              </a:ext>
            </a:extLst>
          </p:cNvPr>
          <p:cNvSpPr>
            <a:spLocks xmlns:a="http://schemas.openxmlformats.org/drawingml/2006/main" noGrp="1"/>
          </p:cNvSpPr>
          <p:nvPr/>
        </p:nvSpPr>
        <p:spPr>
          <a:xfrm xmlns:a="http://schemas.openxmlformats.org/drawingml/2006/main">
            <a:off x="8730691" y="20921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7AE56357-7302-4132-B601-5A3468B36CFE}"/>
              </a:ext>
            </a:extLst>
          </p:cNvPr>
          <p:cNvSpPr>
            <a:spLocks xmlns:a="http://schemas.openxmlformats.org/drawingml/2006/main" noGrp="1"/>
          </p:cNvSpPr>
          <p:nvPr/>
        </p:nvSpPr>
        <p:spPr>
          <a:xfrm xmlns:a="http://schemas.openxmlformats.org/drawingml/2006/main">
            <a:off x="8822131" y="20921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Oval 27">
            <a:extLst xmlns:a="http://schemas.openxmlformats.org/drawingml/2006/main">
              <a:ext uri="{FF2B5EF4-FFF2-40B4-BE49-F238E27FC236}">
                <a16:creationId xmlns:a16="http://schemas.microsoft.com/office/drawing/2014/main" id="{8512B5A0-0C43-4CA4-98CF-B457E1DCB6BB}"/>
              </a:ext>
            </a:extLst>
          </p:cNvPr>
          <p:cNvSpPr>
            <a:spLocks xmlns:a="http://schemas.openxmlformats.org/drawingml/2006/main" noGrp="1"/>
          </p:cNvSpPr>
          <p:nvPr/>
        </p:nvSpPr>
        <p:spPr>
          <a:xfrm xmlns:a="http://schemas.openxmlformats.org/drawingml/2006/main">
            <a:off x="8913571" y="20921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Oval 28">
            <a:extLst xmlns:a="http://schemas.openxmlformats.org/drawingml/2006/main">
              <a:ext uri="{FF2B5EF4-FFF2-40B4-BE49-F238E27FC236}">
                <a16:creationId xmlns:a16="http://schemas.microsoft.com/office/drawing/2014/main" id="{36343F5C-3A98-4161-B499-F29697A0C8A9}"/>
              </a:ext>
            </a:extLst>
          </p:cNvPr>
          <p:cNvSpPr>
            <a:spLocks xmlns:a="http://schemas.openxmlformats.org/drawingml/2006/main" noGrp="1"/>
          </p:cNvSpPr>
          <p:nvPr/>
        </p:nvSpPr>
        <p:spPr>
          <a:xfrm xmlns:a="http://schemas.openxmlformats.org/drawingml/2006/main">
            <a:off x="8639251" y="21835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29">
            <a:extLst xmlns:a="http://schemas.openxmlformats.org/drawingml/2006/main">
              <a:ext uri="{FF2B5EF4-FFF2-40B4-BE49-F238E27FC236}">
                <a16:creationId xmlns:a16="http://schemas.microsoft.com/office/drawing/2014/main" id="{EF08E3C4-C100-4FD4-A520-6F8381B2B0BC}"/>
              </a:ext>
            </a:extLst>
          </p:cNvPr>
          <p:cNvSpPr>
            <a:spLocks xmlns:a="http://schemas.openxmlformats.org/drawingml/2006/main" noGrp="1"/>
          </p:cNvSpPr>
          <p:nvPr/>
        </p:nvSpPr>
        <p:spPr>
          <a:xfrm xmlns:a="http://schemas.openxmlformats.org/drawingml/2006/main">
            <a:off x="8730691" y="21835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Oval 30">
            <a:extLst xmlns:a="http://schemas.openxmlformats.org/drawingml/2006/main">
              <a:ext uri="{FF2B5EF4-FFF2-40B4-BE49-F238E27FC236}">
                <a16:creationId xmlns:a16="http://schemas.microsoft.com/office/drawing/2014/main" id="{E9F97034-BF54-4428-AD34-4E623867B2DF}"/>
              </a:ext>
            </a:extLst>
          </p:cNvPr>
          <p:cNvSpPr>
            <a:spLocks xmlns:a="http://schemas.openxmlformats.org/drawingml/2006/main" noGrp="1"/>
          </p:cNvSpPr>
          <p:nvPr/>
        </p:nvSpPr>
        <p:spPr>
          <a:xfrm xmlns:a="http://schemas.openxmlformats.org/drawingml/2006/main">
            <a:off x="8822131" y="21835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Oval 31">
            <a:extLst xmlns:a="http://schemas.openxmlformats.org/drawingml/2006/main">
              <a:ext uri="{FF2B5EF4-FFF2-40B4-BE49-F238E27FC236}">
                <a16:creationId xmlns:a16="http://schemas.microsoft.com/office/drawing/2014/main" id="{56DDB9B1-29F8-45FF-8FE0-0ACB502A6733}"/>
              </a:ext>
            </a:extLst>
          </p:cNvPr>
          <p:cNvSpPr>
            <a:spLocks xmlns:a="http://schemas.openxmlformats.org/drawingml/2006/main" noGrp="1"/>
          </p:cNvSpPr>
          <p:nvPr/>
        </p:nvSpPr>
        <p:spPr>
          <a:xfrm xmlns:a="http://schemas.openxmlformats.org/drawingml/2006/main">
            <a:off x="8913571" y="21835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Oval 32">
            <a:extLst xmlns:a="http://schemas.openxmlformats.org/drawingml/2006/main">
              <a:ext uri="{FF2B5EF4-FFF2-40B4-BE49-F238E27FC236}">
                <a16:creationId xmlns:a16="http://schemas.microsoft.com/office/drawing/2014/main" id="{72C53D80-6DD3-4BC2-A885-5FECAAE5A892}"/>
              </a:ext>
            </a:extLst>
          </p:cNvPr>
          <p:cNvSpPr>
            <a:spLocks xmlns:a="http://schemas.openxmlformats.org/drawingml/2006/main" noGrp="1"/>
          </p:cNvSpPr>
          <p:nvPr/>
        </p:nvSpPr>
        <p:spPr>
          <a:xfrm xmlns:a="http://schemas.openxmlformats.org/drawingml/2006/main">
            <a:off x="8639251" y="22750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Oval 33">
            <a:extLst xmlns:a="http://schemas.openxmlformats.org/drawingml/2006/main">
              <a:ext uri="{FF2B5EF4-FFF2-40B4-BE49-F238E27FC236}">
                <a16:creationId xmlns:a16="http://schemas.microsoft.com/office/drawing/2014/main" id="{CFA9F49C-0B00-4837-BBB0-0A5A853BF17B}"/>
              </a:ext>
            </a:extLst>
          </p:cNvPr>
          <p:cNvSpPr>
            <a:spLocks xmlns:a="http://schemas.openxmlformats.org/drawingml/2006/main" noGrp="1"/>
          </p:cNvSpPr>
          <p:nvPr/>
        </p:nvSpPr>
        <p:spPr>
          <a:xfrm xmlns:a="http://schemas.openxmlformats.org/drawingml/2006/main">
            <a:off x="8730691" y="22750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Oval 34">
            <a:extLst xmlns:a="http://schemas.openxmlformats.org/drawingml/2006/main">
              <a:ext uri="{FF2B5EF4-FFF2-40B4-BE49-F238E27FC236}">
                <a16:creationId xmlns:a16="http://schemas.microsoft.com/office/drawing/2014/main" id="{1D040BD1-F753-4BD2-8418-C6737C900305}"/>
              </a:ext>
            </a:extLst>
          </p:cNvPr>
          <p:cNvSpPr>
            <a:spLocks xmlns:a="http://schemas.openxmlformats.org/drawingml/2006/main" noGrp="1"/>
          </p:cNvSpPr>
          <p:nvPr/>
        </p:nvSpPr>
        <p:spPr>
          <a:xfrm xmlns:a="http://schemas.openxmlformats.org/drawingml/2006/main">
            <a:off x="8822131" y="22750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Oval 35">
            <a:extLst xmlns:a="http://schemas.openxmlformats.org/drawingml/2006/main">
              <a:ext uri="{FF2B5EF4-FFF2-40B4-BE49-F238E27FC236}">
                <a16:creationId xmlns:a16="http://schemas.microsoft.com/office/drawing/2014/main" id="{CA3A9AC2-010B-4B0C-BA7D-4C75299B31AB}"/>
              </a:ext>
            </a:extLst>
          </p:cNvPr>
          <p:cNvSpPr>
            <a:spLocks xmlns:a="http://schemas.openxmlformats.org/drawingml/2006/main" noGrp="1"/>
          </p:cNvSpPr>
          <p:nvPr/>
        </p:nvSpPr>
        <p:spPr>
          <a:xfrm xmlns:a="http://schemas.openxmlformats.org/drawingml/2006/main">
            <a:off x="8913571" y="22750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Oval 36">
            <a:extLst xmlns:a="http://schemas.openxmlformats.org/drawingml/2006/main">
              <a:ext uri="{FF2B5EF4-FFF2-40B4-BE49-F238E27FC236}">
                <a16:creationId xmlns:a16="http://schemas.microsoft.com/office/drawing/2014/main" id="{358152D7-10CD-4F30-8038-FDF13B1A51A6}"/>
              </a:ext>
            </a:extLst>
          </p:cNvPr>
          <p:cNvSpPr>
            <a:spLocks xmlns:a="http://schemas.openxmlformats.org/drawingml/2006/main" noGrp="1"/>
          </p:cNvSpPr>
          <p:nvPr/>
        </p:nvSpPr>
        <p:spPr>
          <a:xfrm xmlns:a="http://schemas.openxmlformats.org/drawingml/2006/main">
            <a:off x="8639251" y="23664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Oval 37">
            <a:extLst xmlns:a="http://schemas.openxmlformats.org/drawingml/2006/main">
              <a:ext uri="{FF2B5EF4-FFF2-40B4-BE49-F238E27FC236}">
                <a16:creationId xmlns:a16="http://schemas.microsoft.com/office/drawing/2014/main" id="{C246A344-32F3-4DAE-8051-16BBFE1BB43E}"/>
              </a:ext>
            </a:extLst>
          </p:cNvPr>
          <p:cNvSpPr>
            <a:spLocks xmlns:a="http://schemas.openxmlformats.org/drawingml/2006/main" noGrp="1"/>
          </p:cNvSpPr>
          <p:nvPr/>
        </p:nvSpPr>
        <p:spPr>
          <a:xfrm xmlns:a="http://schemas.openxmlformats.org/drawingml/2006/main">
            <a:off x="8730691" y="23664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Oval 38">
            <a:extLst xmlns:a="http://schemas.openxmlformats.org/drawingml/2006/main">
              <a:ext uri="{FF2B5EF4-FFF2-40B4-BE49-F238E27FC236}">
                <a16:creationId xmlns:a16="http://schemas.microsoft.com/office/drawing/2014/main" id="{827CA9E7-45F4-4782-951E-6525E274018F}"/>
              </a:ext>
            </a:extLst>
          </p:cNvPr>
          <p:cNvSpPr>
            <a:spLocks xmlns:a="http://schemas.openxmlformats.org/drawingml/2006/main" noGrp="1"/>
          </p:cNvSpPr>
          <p:nvPr/>
        </p:nvSpPr>
        <p:spPr>
          <a:xfrm xmlns:a="http://schemas.openxmlformats.org/drawingml/2006/main">
            <a:off x="8822131" y="23664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Oval 39">
            <a:extLst xmlns:a="http://schemas.openxmlformats.org/drawingml/2006/main">
              <a:ext uri="{FF2B5EF4-FFF2-40B4-BE49-F238E27FC236}">
                <a16:creationId xmlns:a16="http://schemas.microsoft.com/office/drawing/2014/main" id="{14CD6BC9-8012-47A6-9471-1034A8879D58}"/>
              </a:ext>
            </a:extLst>
          </p:cNvPr>
          <p:cNvSpPr>
            <a:spLocks xmlns:a="http://schemas.openxmlformats.org/drawingml/2006/main" noGrp="1"/>
          </p:cNvSpPr>
          <p:nvPr/>
        </p:nvSpPr>
        <p:spPr>
          <a:xfrm xmlns:a="http://schemas.openxmlformats.org/drawingml/2006/main">
            <a:off x="8913571" y="23664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Rounded Rectangle 40">
            <a:extLst xmlns:a="http://schemas.openxmlformats.org/drawingml/2006/main">
              <a:ext uri="{FF2B5EF4-FFF2-40B4-BE49-F238E27FC236}">
                <a16:creationId xmlns:a16="http://schemas.microsoft.com/office/drawing/2014/main" id="{A65152E4-33C4-44A3-91FD-A2D8A08A5B52}"/>
              </a:ext>
            </a:extLst>
          </p:cNvPr>
          <p:cNvSpPr>
            <a:spLocks xmlns:a="http://schemas.openxmlformats.org/drawingml/2006/main" noGrp="1"/>
          </p:cNvSpPr>
          <p:nvPr/>
        </p:nvSpPr>
        <p:spPr>
          <a:xfrm xmlns:a="http://schemas.openxmlformats.org/drawingml/2006/main">
            <a:off x="2834640" y="2999232"/>
            <a:ext cx="6355080" cy="1335024"/>
          </a:xfrm>
          <a:prstGeom xmlns:a="http://schemas.openxmlformats.org/drawingml/2006/main" prst="roundRect">
            <a:avLst/>
          </a:prstGeom>
          <a:solidFill xmlns:a="http://schemas.openxmlformats.org/drawingml/2006/main">
            <a:srgbClr val="FFFFFF"/>
          </a:solidFill>
          <a:ln xmlns:a="http://schemas.openxmlformats.org/drawingml/2006/main" w="1905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Rounded Rectangle 41">
            <a:extLst xmlns:a="http://schemas.openxmlformats.org/drawingml/2006/main">
              <a:ext uri="{FF2B5EF4-FFF2-40B4-BE49-F238E27FC236}">
                <a16:creationId xmlns:a16="http://schemas.microsoft.com/office/drawing/2014/main" id="{7CE7A9DB-2B02-4FB6-B64D-51C7C23A6E70}"/>
              </a:ext>
            </a:extLst>
          </p:cNvPr>
          <p:cNvSpPr>
            <a:spLocks xmlns:a="http://schemas.openxmlformats.org/drawingml/2006/main" noGrp="1"/>
          </p:cNvSpPr>
          <p:nvPr/>
        </p:nvSpPr>
        <p:spPr>
          <a:xfrm xmlns:a="http://schemas.openxmlformats.org/drawingml/2006/main">
            <a:off x="2907792" y="3063239"/>
            <a:ext cx="6208776" cy="1207008"/>
          </a:xfrm>
          <a:prstGeom xmlns:a="http://schemas.openxmlformats.org/drawingml/2006/main" prst="roundRect">
            <a:avLst/>
          </a:prstGeom>
          <a:solidFill xmlns:a="http://schemas.openxmlformats.org/drawingml/2006/main">
            <a:srgbClr val="FFFFFF"/>
          </a:solidFill>
          <a:ln xmlns:a="http://schemas.openxmlformats.org/drawingml/2006/main" w="8890">
            <a:solidFill>
              <a:srgbClr val="BBD8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Oval 42">
            <a:extLst xmlns:a="http://schemas.openxmlformats.org/drawingml/2006/main">
              <a:ext uri="{FF2B5EF4-FFF2-40B4-BE49-F238E27FC236}">
                <a16:creationId xmlns:a16="http://schemas.microsoft.com/office/drawing/2014/main" id="{63F7A669-2095-42D9-B313-4A39B0C06C76}"/>
              </a:ext>
            </a:extLst>
          </p:cNvPr>
          <p:cNvSpPr>
            <a:spLocks xmlns:a="http://schemas.openxmlformats.org/drawingml/2006/main" noGrp="1"/>
          </p:cNvSpPr>
          <p:nvPr/>
        </p:nvSpPr>
        <p:spPr>
          <a:xfrm xmlns:a="http://schemas.openxmlformats.org/drawingml/2006/main">
            <a:off x="3108960" y="3246120"/>
            <a:ext cx="841248" cy="841248"/>
          </a:xfrm>
          <a:prstGeom xmlns:a="http://schemas.openxmlformats.org/drawingml/2006/main" prst="ellipse">
            <a:avLst/>
          </a:prstGeom>
          <a:solidFill xmlns:a="http://schemas.openxmlformats.org/drawingml/2006/main">
            <a:srgbClr val="E8F5FF"/>
          </a:solidFill>
          <a:ln xmlns:a="http://schemas.openxmlformats.org/drawingml/2006/main" w="2032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F1178E44-981A-43EA-A20F-E052EBF33223}"/>
              </a:ext>
            </a:extLst>
          </p:cNvPr>
          <p:cNvSpPr>
            <a:spLocks xmlns:a="http://schemas.openxmlformats.org/drawingml/2006/main" noGrp="1"/>
          </p:cNvSpPr>
          <p:nvPr/>
        </p:nvSpPr>
        <p:spPr>
          <a:xfrm xmlns:a="http://schemas.openxmlformats.org/drawingml/2006/main">
            <a:off x="3246120" y="3383279"/>
            <a:ext cx="566928" cy="56692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400" b="1">
                <a:solidFill>
                  <a:srgbClr val="1869E6"/>
                </a:solidFill>
                <a:latin typeface="Arial"/>
                <a:ea typeface="Arial"/>
                <a:cs typeface="Arial"/>
              </a:rPr>
              <a:t>✚</a:t>
            </a:r>
          </a:p>
        </p:txBody>
      </p:sp>
      <p:sp>
        <p:nvSpPr>
          <p:cNvPr id="45" name="Connector 44">
            <a:extLst xmlns:a="http://schemas.openxmlformats.org/drawingml/2006/main">
              <a:ext uri="{FF2B5EF4-FFF2-40B4-BE49-F238E27FC236}">
                <a16:creationId xmlns:a16="http://schemas.microsoft.com/office/drawing/2014/main" id="{BF1BBA05-ACE6-4AB6-B789-4BADB1FB8592}"/>
              </a:ext>
            </a:extLst>
          </p:cNvPr>
          <p:cNvSpPr>
            <a:spLocks xmlns:a="http://schemas.openxmlformats.org/drawingml/2006/main" noGrp="1"/>
          </p:cNvSpPr>
          <p:nvPr/>
        </p:nvSpPr>
        <p:spPr>
          <a:xfrm xmlns:a="http://schemas.openxmlformats.org/drawingml/2006/main">
            <a:off x="4160520" y="3246120"/>
            <a:ext cx="0" cy="832104"/>
          </a:xfrm>
          <a:prstGeom xmlns:a="http://schemas.openxmlformats.org/drawingml/2006/main" prst="line">
            <a:avLst/>
          </a:prstGeom>
          <a:ln xmlns:a="http://schemas.openxmlformats.org/drawingml/2006/main" w="10160">
            <a:solidFill>
              <a:srgbClr val="82AF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6" name="TextBox 45">
            <a:extLst xmlns:a="http://schemas.openxmlformats.org/drawingml/2006/main">
              <a:ext uri="{FF2B5EF4-FFF2-40B4-BE49-F238E27FC236}">
                <a16:creationId xmlns:a16="http://schemas.microsoft.com/office/drawing/2014/main" id="{67853843-87DA-48EE-BDF2-74340DFC215A}"/>
              </a:ext>
            </a:extLst>
          </p:cNvPr>
          <p:cNvSpPr>
            <a:spLocks xmlns:a="http://schemas.openxmlformats.org/drawingml/2006/main" noGrp="1"/>
          </p:cNvSpPr>
          <p:nvPr/>
        </p:nvSpPr>
        <p:spPr>
          <a:xfrm xmlns:a="http://schemas.openxmlformats.org/drawingml/2006/main">
            <a:off x="4407408" y="3209544"/>
            <a:ext cx="34747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42667"/>
                </a:solidFill>
                <a:latin typeface="Arial"/>
                <a:ea typeface="Arial"/>
                <a:cs typeface="Arial"/>
              </a:rPr>
              <a:t>Tích hợp đầy đủ chức năng
theo yêu cầu</a:t>
            </a:r>
          </a:p>
        </p:txBody>
      </p:sp>
      <p:sp>
        <p:nvSpPr>
          <p:cNvPr id="47" name="TextBox 46">
            <a:extLst xmlns:a="http://schemas.openxmlformats.org/drawingml/2006/main">
              <a:ext uri="{FF2B5EF4-FFF2-40B4-BE49-F238E27FC236}">
                <a16:creationId xmlns:a16="http://schemas.microsoft.com/office/drawing/2014/main" id="{4926B90F-FFEA-4B97-AD95-0335F6642A4B}"/>
              </a:ext>
            </a:extLst>
          </p:cNvPr>
          <p:cNvSpPr>
            <a:spLocks xmlns:a="http://schemas.openxmlformats.org/drawingml/2006/main" noGrp="1"/>
          </p:cNvSpPr>
          <p:nvPr/>
        </p:nvSpPr>
        <p:spPr>
          <a:xfrm xmlns:a="http://schemas.openxmlformats.org/drawingml/2006/main">
            <a:off x="4407408" y="3694176"/>
            <a:ext cx="3794760" cy="4114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69" b="0">
                <a:solidFill>
                  <a:srgbClr val="4B5C78"/>
                </a:solidFill>
                <a:latin typeface="Arial"/>
                <a:ea typeface="Arial"/>
                <a:cs typeface="Arial"/>
              </a:rPr>
              <a:t>Đảm bảo hệ thống tích hợp đầy đủ các chức năng theo yêu cầu,
mang lại trải nghiệm liền mạch cho người dùng.</a:t>
            </a:r>
          </a:p>
        </p:txBody>
      </p:sp>
      <p:sp>
        <p:nvSpPr>
          <p:cNvPr id="48" name="TextBox 47">
            <a:extLst xmlns:a="http://schemas.openxmlformats.org/drawingml/2006/main">
              <a:ext uri="{FF2B5EF4-FFF2-40B4-BE49-F238E27FC236}">
                <a16:creationId xmlns:a16="http://schemas.microsoft.com/office/drawing/2014/main" id="{8140FB69-9011-463E-9D6C-F9F21668A1A1}"/>
              </a:ext>
            </a:extLst>
          </p:cNvPr>
          <p:cNvSpPr>
            <a:spLocks xmlns:a="http://schemas.openxmlformats.org/drawingml/2006/main" noGrp="1"/>
          </p:cNvSpPr>
          <p:nvPr/>
        </p:nvSpPr>
        <p:spPr>
          <a:xfrm xmlns:a="http://schemas.openxmlformats.org/drawingml/2006/main">
            <a:off x="8183879" y="3209544"/>
            <a:ext cx="658368" cy="5029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600" b="1">
                <a:solidFill>
                  <a:srgbClr val="D2E7FC"/>
                </a:solidFill>
                <a:latin typeface="Arial"/>
                <a:ea typeface="Arial"/>
                <a:cs typeface="Arial"/>
              </a:rPr>
              <a:t>02</a:t>
            </a:r>
          </a:p>
        </p:txBody>
      </p:sp>
      <p:sp>
        <p:nvSpPr>
          <p:cNvPr id="49" name="Oval 48">
            <a:extLst xmlns:a="http://schemas.openxmlformats.org/drawingml/2006/main">
              <a:ext uri="{FF2B5EF4-FFF2-40B4-BE49-F238E27FC236}">
                <a16:creationId xmlns:a16="http://schemas.microsoft.com/office/drawing/2014/main" id="{405AB16E-F417-4240-ADAD-E16EF909B29C}"/>
              </a:ext>
            </a:extLst>
          </p:cNvPr>
          <p:cNvSpPr>
            <a:spLocks xmlns:a="http://schemas.openxmlformats.org/drawingml/2006/main" noGrp="1"/>
          </p:cNvSpPr>
          <p:nvPr/>
        </p:nvSpPr>
        <p:spPr>
          <a:xfrm xmlns:a="http://schemas.openxmlformats.org/drawingml/2006/main">
            <a:off x="8639251" y="37380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Oval 49">
            <a:extLst xmlns:a="http://schemas.openxmlformats.org/drawingml/2006/main">
              <a:ext uri="{FF2B5EF4-FFF2-40B4-BE49-F238E27FC236}">
                <a16:creationId xmlns:a16="http://schemas.microsoft.com/office/drawing/2014/main" id="{1DE4B419-77AE-4731-9F84-AD3630BF16EE}"/>
              </a:ext>
            </a:extLst>
          </p:cNvPr>
          <p:cNvSpPr>
            <a:spLocks xmlns:a="http://schemas.openxmlformats.org/drawingml/2006/main" noGrp="1"/>
          </p:cNvSpPr>
          <p:nvPr/>
        </p:nvSpPr>
        <p:spPr>
          <a:xfrm xmlns:a="http://schemas.openxmlformats.org/drawingml/2006/main">
            <a:off x="8730691" y="37380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Oval 50">
            <a:extLst xmlns:a="http://schemas.openxmlformats.org/drawingml/2006/main">
              <a:ext uri="{FF2B5EF4-FFF2-40B4-BE49-F238E27FC236}">
                <a16:creationId xmlns:a16="http://schemas.microsoft.com/office/drawing/2014/main" id="{D0A02CE0-7DEF-4E73-836D-761F0EF8894F}"/>
              </a:ext>
            </a:extLst>
          </p:cNvPr>
          <p:cNvSpPr>
            <a:spLocks xmlns:a="http://schemas.openxmlformats.org/drawingml/2006/main" noGrp="1"/>
          </p:cNvSpPr>
          <p:nvPr/>
        </p:nvSpPr>
        <p:spPr>
          <a:xfrm xmlns:a="http://schemas.openxmlformats.org/drawingml/2006/main">
            <a:off x="8822131" y="37380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Oval 51">
            <a:extLst xmlns:a="http://schemas.openxmlformats.org/drawingml/2006/main">
              <a:ext uri="{FF2B5EF4-FFF2-40B4-BE49-F238E27FC236}">
                <a16:creationId xmlns:a16="http://schemas.microsoft.com/office/drawing/2014/main" id="{CEE2365A-DC28-4170-A3E2-017CC1940BE6}"/>
              </a:ext>
            </a:extLst>
          </p:cNvPr>
          <p:cNvSpPr>
            <a:spLocks xmlns:a="http://schemas.openxmlformats.org/drawingml/2006/main" noGrp="1"/>
          </p:cNvSpPr>
          <p:nvPr/>
        </p:nvSpPr>
        <p:spPr>
          <a:xfrm xmlns:a="http://schemas.openxmlformats.org/drawingml/2006/main">
            <a:off x="8913571" y="37380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Oval 52">
            <a:extLst xmlns:a="http://schemas.openxmlformats.org/drawingml/2006/main">
              <a:ext uri="{FF2B5EF4-FFF2-40B4-BE49-F238E27FC236}">
                <a16:creationId xmlns:a16="http://schemas.microsoft.com/office/drawing/2014/main" id="{40F18A8B-F983-4E23-9FC5-96C80896C4BF}"/>
              </a:ext>
            </a:extLst>
          </p:cNvPr>
          <p:cNvSpPr>
            <a:spLocks xmlns:a="http://schemas.openxmlformats.org/drawingml/2006/main" noGrp="1"/>
          </p:cNvSpPr>
          <p:nvPr/>
        </p:nvSpPr>
        <p:spPr>
          <a:xfrm xmlns:a="http://schemas.openxmlformats.org/drawingml/2006/main">
            <a:off x="8639251" y="38295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Oval 53">
            <a:extLst xmlns:a="http://schemas.openxmlformats.org/drawingml/2006/main">
              <a:ext uri="{FF2B5EF4-FFF2-40B4-BE49-F238E27FC236}">
                <a16:creationId xmlns:a16="http://schemas.microsoft.com/office/drawing/2014/main" id="{1D5142FD-EFAE-4219-9AB7-12F83D8821E9}"/>
              </a:ext>
            </a:extLst>
          </p:cNvPr>
          <p:cNvSpPr>
            <a:spLocks xmlns:a="http://schemas.openxmlformats.org/drawingml/2006/main" noGrp="1"/>
          </p:cNvSpPr>
          <p:nvPr/>
        </p:nvSpPr>
        <p:spPr>
          <a:xfrm xmlns:a="http://schemas.openxmlformats.org/drawingml/2006/main">
            <a:off x="8730691" y="38295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Oval 54">
            <a:extLst xmlns:a="http://schemas.openxmlformats.org/drawingml/2006/main">
              <a:ext uri="{FF2B5EF4-FFF2-40B4-BE49-F238E27FC236}">
                <a16:creationId xmlns:a16="http://schemas.microsoft.com/office/drawing/2014/main" id="{4BC11A70-DF2D-4C40-904B-4985539C5750}"/>
              </a:ext>
            </a:extLst>
          </p:cNvPr>
          <p:cNvSpPr>
            <a:spLocks xmlns:a="http://schemas.openxmlformats.org/drawingml/2006/main" noGrp="1"/>
          </p:cNvSpPr>
          <p:nvPr/>
        </p:nvSpPr>
        <p:spPr>
          <a:xfrm xmlns:a="http://schemas.openxmlformats.org/drawingml/2006/main">
            <a:off x="8822131" y="38295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Oval 55">
            <a:extLst xmlns:a="http://schemas.openxmlformats.org/drawingml/2006/main">
              <a:ext uri="{FF2B5EF4-FFF2-40B4-BE49-F238E27FC236}">
                <a16:creationId xmlns:a16="http://schemas.microsoft.com/office/drawing/2014/main" id="{CAB0150E-046E-4FE8-92D5-ADBEF4ACFE71}"/>
              </a:ext>
            </a:extLst>
          </p:cNvPr>
          <p:cNvSpPr>
            <a:spLocks xmlns:a="http://schemas.openxmlformats.org/drawingml/2006/main" noGrp="1"/>
          </p:cNvSpPr>
          <p:nvPr/>
        </p:nvSpPr>
        <p:spPr>
          <a:xfrm xmlns:a="http://schemas.openxmlformats.org/drawingml/2006/main">
            <a:off x="8913571" y="38295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Oval 56">
            <a:extLst xmlns:a="http://schemas.openxmlformats.org/drawingml/2006/main">
              <a:ext uri="{FF2B5EF4-FFF2-40B4-BE49-F238E27FC236}">
                <a16:creationId xmlns:a16="http://schemas.microsoft.com/office/drawing/2014/main" id="{8582F96A-38F0-4D21-8CD2-9F5009505D6E}"/>
              </a:ext>
            </a:extLst>
          </p:cNvPr>
          <p:cNvSpPr>
            <a:spLocks xmlns:a="http://schemas.openxmlformats.org/drawingml/2006/main" noGrp="1"/>
          </p:cNvSpPr>
          <p:nvPr/>
        </p:nvSpPr>
        <p:spPr>
          <a:xfrm xmlns:a="http://schemas.openxmlformats.org/drawingml/2006/main">
            <a:off x="8639251" y="39209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8" name="Oval 57">
            <a:extLst xmlns:a="http://schemas.openxmlformats.org/drawingml/2006/main">
              <a:ext uri="{FF2B5EF4-FFF2-40B4-BE49-F238E27FC236}">
                <a16:creationId xmlns:a16="http://schemas.microsoft.com/office/drawing/2014/main" id="{490BAA3E-4483-4C87-B106-03246B1D2BB1}"/>
              </a:ext>
            </a:extLst>
          </p:cNvPr>
          <p:cNvSpPr>
            <a:spLocks xmlns:a="http://schemas.openxmlformats.org/drawingml/2006/main" noGrp="1"/>
          </p:cNvSpPr>
          <p:nvPr/>
        </p:nvSpPr>
        <p:spPr>
          <a:xfrm xmlns:a="http://schemas.openxmlformats.org/drawingml/2006/main">
            <a:off x="8730691" y="39209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Oval 58">
            <a:extLst xmlns:a="http://schemas.openxmlformats.org/drawingml/2006/main">
              <a:ext uri="{FF2B5EF4-FFF2-40B4-BE49-F238E27FC236}">
                <a16:creationId xmlns:a16="http://schemas.microsoft.com/office/drawing/2014/main" id="{93342C78-0C7F-4706-8840-70222049009B}"/>
              </a:ext>
            </a:extLst>
          </p:cNvPr>
          <p:cNvSpPr>
            <a:spLocks xmlns:a="http://schemas.openxmlformats.org/drawingml/2006/main" noGrp="1"/>
          </p:cNvSpPr>
          <p:nvPr/>
        </p:nvSpPr>
        <p:spPr>
          <a:xfrm xmlns:a="http://schemas.openxmlformats.org/drawingml/2006/main">
            <a:off x="8822131" y="39209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Oval 59">
            <a:extLst xmlns:a="http://schemas.openxmlformats.org/drawingml/2006/main">
              <a:ext uri="{FF2B5EF4-FFF2-40B4-BE49-F238E27FC236}">
                <a16:creationId xmlns:a16="http://schemas.microsoft.com/office/drawing/2014/main" id="{A11DF172-39AE-4DAD-B103-5A979258FEDA}"/>
              </a:ext>
            </a:extLst>
          </p:cNvPr>
          <p:cNvSpPr>
            <a:spLocks xmlns:a="http://schemas.openxmlformats.org/drawingml/2006/main" noGrp="1"/>
          </p:cNvSpPr>
          <p:nvPr/>
        </p:nvSpPr>
        <p:spPr>
          <a:xfrm xmlns:a="http://schemas.openxmlformats.org/drawingml/2006/main">
            <a:off x="8913571" y="392094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Oval 60">
            <a:extLst xmlns:a="http://schemas.openxmlformats.org/drawingml/2006/main">
              <a:ext uri="{FF2B5EF4-FFF2-40B4-BE49-F238E27FC236}">
                <a16:creationId xmlns:a16="http://schemas.microsoft.com/office/drawing/2014/main" id="{091A74BE-D069-41C6-80DA-6A935306D84D}"/>
              </a:ext>
            </a:extLst>
          </p:cNvPr>
          <p:cNvSpPr>
            <a:spLocks xmlns:a="http://schemas.openxmlformats.org/drawingml/2006/main" noGrp="1"/>
          </p:cNvSpPr>
          <p:nvPr/>
        </p:nvSpPr>
        <p:spPr>
          <a:xfrm xmlns:a="http://schemas.openxmlformats.org/drawingml/2006/main">
            <a:off x="8639251" y="40123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2" name="Oval 61">
            <a:extLst xmlns:a="http://schemas.openxmlformats.org/drawingml/2006/main">
              <a:ext uri="{FF2B5EF4-FFF2-40B4-BE49-F238E27FC236}">
                <a16:creationId xmlns:a16="http://schemas.microsoft.com/office/drawing/2014/main" id="{1D990E35-85A2-4EEF-9D5D-2D10A5EC4404}"/>
              </a:ext>
            </a:extLst>
          </p:cNvPr>
          <p:cNvSpPr>
            <a:spLocks xmlns:a="http://schemas.openxmlformats.org/drawingml/2006/main" noGrp="1"/>
          </p:cNvSpPr>
          <p:nvPr/>
        </p:nvSpPr>
        <p:spPr>
          <a:xfrm xmlns:a="http://schemas.openxmlformats.org/drawingml/2006/main">
            <a:off x="8730691" y="40123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Oval 62">
            <a:extLst xmlns:a="http://schemas.openxmlformats.org/drawingml/2006/main">
              <a:ext uri="{FF2B5EF4-FFF2-40B4-BE49-F238E27FC236}">
                <a16:creationId xmlns:a16="http://schemas.microsoft.com/office/drawing/2014/main" id="{04DC8D79-91A4-4011-9D8C-713675671C1B}"/>
              </a:ext>
            </a:extLst>
          </p:cNvPr>
          <p:cNvSpPr>
            <a:spLocks xmlns:a="http://schemas.openxmlformats.org/drawingml/2006/main" noGrp="1"/>
          </p:cNvSpPr>
          <p:nvPr/>
        </p:nvSpPr>
        <p:spPr>
          <a:xfrm xmlns:a="http://schemas.openxmlformats.org/drawingml/2006/main">
            <a:off x="8822131" y="40123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Oval 63">
            <a:extLst xmlns:a="http://schemas.openxmlformats.org/drawingml/2006/main">
              <a:ext uri="{FF2B5EF4-FFF2-40B4-BE49-F238E27FC236}">
                <a16:creationId xmlns:a16="http://schemas.microsoft.com/office/drawing/2014/main" id="{C315F227-3E91-4EAB-B479-F7D4166E461E}"/>
              </a:ext>
            </a:extLst>
          </p:cNvPr>
          <p:cNvSpPr>
            <a:spLocks xmlns:a="http://schemas.openxmlformats.org/drawingml/2006/main" noGrp="1"/>
          </p:cNvSpPr>
          <p:nvPr/>
        </p:nvSpPr>
        <p:spPr>
          <a:xfrm xmlns:a="http://schemas.openxmlformats.org/drawingml/2006/main">
            <a:off x="8913571" y="40123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Rounded Rectangle 64">
            <a:extLst xmlns:a="http://schemas.openxmlformats.org/drawingml/2006/main">
              <a:ext uri="{FF2B5EF4-FFF2-40B4-BE49-F238E27FC236}">
                <a16:creationId xmlns:a16="http://schemas.microsoft.com/office/drawing/2014/main" id="{46EE6FFB-2AB9-4A7A-8B49-03FDE0665648}"/>
              </a:ext>
            </a:extLst>
          </p:cNvPr>
          <p:cNvSpPr>
            <a:spLocks xmlns:a="http://schemas.openxmlformats.org/drawingml/2006/main" noGrp="1"/>
          </p:cNvSpPr>
          <p:nvPr/>
        </p:nvSpPr>
        <p:spPr>
          <a:xfrm xmlns:a="http://schemas.openxmlformats.org/drawingml/2006/main">
            <a:off x="2834640" y="4645152"/>
            <a:ext cx="6355080" cy="1335024"/>
          </a:xfrm>
          <a:prstGeom xmlns:a="http://schemas.openxmlformats.org/drawingml/2006/main" prst="roundRect">
            <a:avLst/>
          </a:prstGeom>
          <a:solidFill xmlns:a="http://schemas.openxmlformats.org/drawingml/2006/main">
            <a:srgbClr val="FFFFFF"/>
          </a:solidFill>
          <a:ln xmlns:a="http://schemas.openxmlformats.org/drawingml/2006/main" w="1905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6" name="Rounded Rectangle 65">
            <a:extLst xmlns:a="http://schemas.openxmlformats.org/drawingml/2006/main">
              <a:ext uri="{FF2B5EF4-FFF2-40B4-BE49-F238E27FC236}">
                <a16:creationId xmlns:a16="http://schemas.microsoft.com/office/drawing/2014/main" id="{403E56AC-67AC-48EB-B808-4AA0B0BF1466}"/>
              </a:ext>
            </a:extLst>
          </p:cNvPr>
          <p:cNvSpPr>
            <a:spLocks xmlns:a="http://schemas.openxmlformats.org/drawingml/2006/main" noGrp="1"/>
          </p:cNvSpPr>
          <p:nvPr/>
        </p:nvSpPr>
        <p:spPr>
          <a:xfrm xmlns:a="http://schemas.openxmlformats.org/drawingml/2006/main">
            <a:off x="2907792" y="4709160"/>
            <a:ext cx="6208776" cy="1207008"/>
          </a:xfrm>
          <a:prstGeom xmlns:a="http://schemas.openxmlformats.org/drawingml/2006/main" prst="roundRect">
            <a:avLst/>
          </a:prstGeom>
          <a:solidFill xmlns:a="http://schemas.openxmlformats.org/drawingml/2006/main">
            <a:srgbClr val="FFFFFF"/>
          </a:solidFill>
          <a:ln xmlns:a="http://schemas.openxmlformats.org/drawingml/2006/main" w="8890">
            <a:solidFill>
              <a:srgbClr val="BBD8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Oval 66">
            <a:extLst xmlns:a="http://schemas.openxmlformats.org/drawingml/2006/main">
              <a:ext uri="{FF2B5EF4-FFF2-40B4-BE49-F238E27FC236}">
                <a16:creationId xmlns:a16="http://schemas.microsoft.com/office/drawing/2014/main" id="{24844996-342D-479B-90C1-CC1DBBC0A76C}"/>
              </a:ext>
            </a:extLst>
          </p:cNvPr>
          <p:cNvSpPr>
            <a:spLocks xmlns:a="http://schemas.openxmlformats.org/drawingml/2006/main" noGrp="1"/>
          </p:cNvSpPr>
          <p:nvPr/>
        </p:nvSpPr>
        <p:spPr>
          <a:xfrm xmlns:a="http://schemas.openxmlformats.org/drawingml/2006/main">
            <a:off x="3108960" y="4892040"/>
            <a:ext cx="841248" cy="841248"/>
          </a:xfrm>
          <a:prstGeom xmlns:a="http://schemas.openxmlformats.org/drawingml/2006/main" prst="ellipse">
            <a:avLst/>
          </a:prstGeom>
          <a:solidFill xmlns:a="http://schemas.openxmlformats.org/drawingml/2006/main">
            <a:srgbClr val="E8F5FF"/>
          </a:solidFill>
          <a:ln xmlns:a="http://schemas.openxmlformats.org/drawingml/2006/main" w="2032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8" name="Oval 67">
            <a:extLst xmlns:a="http://schemas.openxmlformats.org/drawingml/2006/main">
              <a:ext uri="{FF2B5EF4-FFF2-40B4-BE49-F238E27FC236}">
                <a16:creationId xmlns:a16="http://schemas.microsoft.com/office/drawing/2014/main" id="{EE3F15BC-02D2-46D5-8903-2E780024407C}"/>
              </a:ext>
            </a:extLst>
          </p:cNvPr>
          <p:cNvSpPr>
            <a:spLocks xmlns:a="http://schemas.openxmlformats.org/drawingml/2006/main" noGrp="1"/>
          </p:cNvSpPr>
          <p:nvPr/>
        </p:nvSpPr>
        <p:spPr>
          <a:xfrm xmlns:a="http://schemas.openxmlformats.org/drawingml/2006/main">
            <a:off x="3291840" y="5193792"/>
            <a:ext cx="219456" cy="219456"/>
          </a:xfrm>
          <a:prstGeom xmlns:a="http://schemas.openxmlformats.org/drawingml/2006/main" prst="ellipse">
            <a:avLst/>
          </a:prstGeom>
          <a:solidFill xmlns:a="http://schemas.openxmlformats.org/drawingml/2006/main">
            <a:srgbClr val="FFFFFF"/>
          </a:solidFill>
          <a:ln xmlns:a="http://schemas.openxmlformats.org/drawingml/2006/main" w="1270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TextBox 68">
            <a:extLst xmlns:a="http://schemas.openxmlformats.org/drawingml/2006/main">
              <a:ext uri="{FF2B5EF4-FFF2-40B4-BE49-F238E27FC236}">
                <a16:creationId xmlns:a16="http://schemas.microsoft.com/office/drawing/2014/main" id="{B8093B4E-7C62-4650-B962-4EAE17F26B4A}"/>
              </a:ext>
            </a:extLst>
          </p:cNvPr>
          <p:cNvSpPr>
            <a:spLocks xmlns:a="http://schemas.openxmlformats.org/drawingml/2006/main" noGrp="1"/>
          </p:cNvSpPr>
          <p:nvPr/>
        </p:nvSpPr>
        <p:spPr>
          <a:xfrm xmlns:a="http://schemas.openxmlformats.org/drawingml/2006/main">
            <a:off x="3493008" y="5056632"/>
            <a:ext cx="384048"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200" b="1">
                <a:solidFill>
                  <a:srgbClr val="1869E6"/>
                </a:solidFill>
                <a:latin typeface="Arial"/>
                <a:ea typeface="Arial"/>
                <a:cs typeface="Arial"/>
              </a:rPr>
              <a:t>•••</a:t>
            </a:r>
          </a:p>
        </p:txBody>
      </p:sp>
      <p:sp>
        <p:nvSpPr>
          <p:cNvPr id="70" name="Rounded Rectangle 69">
            <a:extLst xmlns:a="http://schemas.openxmlformats.org/drawingml/2006/main">
              <a:ext uri="{FF2B5EF4-FFF2-40B4-BE49-F238E27FC236}">
                <a16:creationId xmlns:a16="http://schemas.microsoft.com/office/drawing/2014/main" id="{8701FEA0-E465-4918-B838-331634D2DD80}"/>
              </a:ext>
            </a:extLst>
          </p:cNvPr>
          <p:cNvSpPr>
            <a:spLocks xmlns:a="http://schemas.openxmlformats.org/drawingml/2006/main" noGrp="1"/>
          </p:cNvSpPr>
          <p:nvPr/>
        </p:nvSpPr>
        <p:spPr>
          <a:xfrm xmlns:a="http://schemas.openxmlformats.org/drawingml/2006/main">
            <a:off x="3511296" y="5056632"/>
            <a:ext cx="347472" cy="237744"/>
          </a:xfrm>
          <a:prstGeom xmlns:a="http://schemas.openxmlformats.org/drawingml/2006/main" prst="roundRect">
            <a:avLst/>
          </a:prstGeom>
          <a:solidFill xmlns:a="http://schemas.openxmlformats.org/drawingml/2006/main">
            <a:srgbClr val="FFFFFF"/>
          </a:solidFill>
          <a:ln xmlns:a="http://schemas.openxmlformats.org/drawingml/2006/main" w="10160">
            <a:solidFill>
              <a:srgbClr val="1869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Connector 70">
            <a:extLst xmlns:a="http://schemas.openxmlformats.org/drawingml/2006/main">
              <a:ext uri="{FF2B5EF4-FFF2-40B4-BE49-F238E27FC236}">
                <a16:creationId xmlns:a16="http://schemas.microsoft.com/office/drawing/2014/main" id="{FCB78246-DDCB-4555-BB9C-A473992A8935}"/>
              </a:ext>
            </a:extLst>
          </p:cNvPr>
          <p:cNvSpPr>
            <a:spLocks xmlns:a="http://schemas.openxmlformats.org/drawingml/2006/main" noGrp="1"/>
          </p:cNvSpPr>
          <p:nvPr/>
        </p:nvSpPr>
        <p:spPr>
          <a:xfrm xmlns:a="http://schemas.openxmlformats.org/drawingml/2006/main">
            <a:off x="4160520" y="4892040"/>
            <a:ext cx="0" cy="832104"/>
          </a:xfrm>
          <a:prstGeom xmlns:a="http://schemas.openxmlformats.org/drawingml/2006/main" prst="line">
            <a:avLst/>
          </a:prstGeom>
          <a:ln xmlns:a="http://schemas.openxmlformats.org/drawingml/2006/main" w="10160">
            <a:solidFill>
              <a:srgbClr val="82AF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2" name="TextBox 71">
            <a:extLst xmlns:a="http://schemas.openxmlformats.org/drawingml/2006/main">
              <a:ext uri="{FF2B5EF4-FFF2-40B4-BE49-F238E27FC236}">
                <a16:creationId xmlns:a16="http://schemas.microsoft.com/office/drawing/2014/main" id="{C58182E1-9780-41FC-A6D1-B44ED49E6ED1}"/>
              </a:ext>
            </a:extLst>
          </p:cNvPr>
          <p:cNvSpPr>
            <a:spLocks xmlns:a="http://schemas.openxmlformats.org/drawingml/2006/main" noGrp="1"/>
          </p:cNvSpPr>
          <p:nvPr/>
        </p:nvSpPr>
        <p:spPr>
          <a:xfrm xmlns:a="http://schemas.openxmlformats.org/drawingml/2006/main">
            <a:off x="4407408" y="4855464"/>
            <a:ext cx="3474720" cy="4389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400" b="1">
                <a:solidFill>
                  <a:srgbClr val="042667"/>
                </a:solidFill>
                <a:latin typeface="Arial"/>
                <a:ea typeface="Arial"/>
                <a:cs typeface="Arial"/>
              </a:rPr>
              <a:t>Phản hồi tích cực từ
người dùng thử nghiệm</a:t>
            </a:r>
          </a:p>
        </p:txBody>
      </p:sp>
      <p:sp>
        <p:nvSpPr>
          <p:cNvPr id="73" name="TextBox 72">
            <a:extLst xmlns:a="http://schemas.openxmlformats.org/drawingml/2006/main">
              <a:ext uri="{FF2B5EF4-FFF2-40B4-BE49-F238E27FC236}">
                <a16:creationId xmlns:a16="http://schemas.microsoft.com/office/drawing/2014/main" id="{F938E5D6-CB18-40D0-83F1-18A7418C78C5}"/>
              </a:ext>
            </a:extLst>
          </p:cNvPr>
          <p:cNvSpPr>
            <a:spLocks xmlns:a="http://schemas.openxmlformats.org/drawingml/2006/main" noGrp="1"/>
          </p:cNvSpPr>
          <p:nvPr/>
        </p:nvSpPr>
        <p:spPr>
          <a:xfrm xmlns:a="http://schemas.openxmlformats.org/drawingml/2006/main">
            <a:off x="4407408" y="5340096"/>
            <a:ext cx="3794760" cy="4114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69" b="0">
                <a:solidFill>
                  <a:srgbClr val="4B5C78"/>
                </a:solidFill>
                <a:latin typeface="Arial"/>
                <a:ea typeface="Arial"/>
                <a:cs typeface="Arial"/>
              </a:rPr>
              <a:t>Nhận được phản hồi tích cực từ người dùng thử nghiệm,
đảm bảo sự hài lòng và cải tiến liên tục.</a:t>
            </a:r>
          </a:p>
        </p:txBody>
      </p:sp>
      <p:sp>
        <p:nvSpPr>
          <p:cNvPr id="74" name="TextBox 73">
            <a:extLst xmlns:a="http://schemas.openxmlformats.org/drawingml/2006/main">
              <a:ext uri="{FF2B5EF4-FFF2-40B4-BE49-F238E27FC236}">
                <a16:creationId xmlns:a16="http://schemas.microsoft.com/office/drawing/2014/main" id="{4D1C18CF-5656-404B-B5E6-D0024E3B446D}"/>
              </a:ext>
            </a:extLst>
          </p:cNvPr>
          <p:cNvSpPr>
            <a:spLocks xmlns:a="http://schemas.openxmlformats.org/drawingml/2006/main" noGrp="1"/>
          </p:cNvSpPr>
          <p:nvPr/>
        </p:nvSpPr>
        <p:spPr>
          <a:xfrm xmlns:a="http://schemas.openxmlformats.org/drawingml/2006/main">
            <a:off x="8183879" y="4855464"/>
            <a:ext cx="658368" cy="5029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600" b="1">
                <a:solidFill>
                  <a:srgbClr val="D2E7FC"/>
                </a:solidFill>
                <a:latin typeface="Arial"/>
                <a:ea typeface="Arial"/>
                <a:cs typeface="Arial"/>
              </a:rPr>
              <a:t>03</a:t>
            </a:r>
          </a:p>
        </p:txBody>
      </p:sp>
      <p:sp>
        <p:nvSpPr>
          <p:cNvPr id="75" name="Oval 74">
            <a:extLst xmlns:a="http://schemas.openxmlformats.org/drawingml/2006/main">
              <a:ext uri="{FF2B5EF4-FFF2-40B4-BE49-F238E27FC236}">
                <a16:creationId xmlns:a16="http://schemas.microsoft.com/office/drawing/2014/main" id="{159C6C7F-3277-4FD2-AD36-51AAA45EF91C}"/>
              </a:ext>
            </a:extLst>
          </p:cNvPr>
          <p:cNvSpPr>
            <a:spLocks xmlns:a="http://schemas.openxmlformats.org/drawingml/2006/main" noGrp="1"/>
          </p:cNvSpPr>
          <p:nvPr/>
        </p:nvSpPr>
        <p:spPr>
          <a:xfrm xmlns:a="http://schemas.openxmlformats.org/drawingml/2006/main">
            <a:off x="8639251" y="53839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6" name="Oval 75">
            <a:extLst xmlns:a="http://schemas.openxmlformats.org/drawingml/2006/main">
              <a:ext uri="{FF2B5EF4-FFF2-40B4-BE49-F238E27FC236}">
                <a16:creationId xmlns:a16="http://schemas.microsoft.com/office/drawing/2014/main" id="{97297138-457F-4D98-9D12-716FE12FA6AC}"/>
              </a:ext>
            </a:extLst>
          </p:cNvPr>
          <p:cNvSpPr>
            <a:spLocks xmlns:a="http://schemas.openxmlformats.org/drawingml/2006/main" noGrp="1"/>
          </p:cNvSpPr>
          <p:nvPr/>
        </p:nvSpPr>
        <p:spPr>
          <a:xfrm xmlns:a="http://schemas.openxmlformats.org/drawingml/2006/main">
            <a:off x="8730691" y="53839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Oval 76">
            <a:extLst xmlns:a="http://schemas.openxmlformats.org/drawingml/2006/main">
              <a:ext uri="{FF2B5EF4-FFF2-40B4-BE49-F238E27FC236}">
                <a16:creationId xmlns:a16="http://schemas.microsoft.com/office/drawing/2014/main" id="{9ECF2E05-D9FB-4A4E-8D90-C7624C29B08B}"/>
              </a:ext>
            </a:extLst>
          </p:cNvPr>
          <p:cNvSpPr>
            <a:spLocks xmlns:a="http://schemas.openxmlformats.org/drawingml/2006/main" noGrp="1"/>
          </p:cNvSpPr>
          <p:nvPr/>
        </p:nvSpPr>
        <p:spPr>
          <a:xfrm xmlns:a="http://schemas.openxmlformats.org/drawingml/2006/main">
            <a:off x="8822131" y="53839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8" name="Oval 77">
            <a:extLst xmlns:a="http://schemas.openxmlformats.org/drawingml/2006/main">
              <a:ext uri="{FF2B5EF4-FFF2-40B4-BE49-F238E27FC236}">
                <a16:creationId xmlns:a16="http://schemas.microsoft.com/office/drawing/2014/main" id="{520196F5-79D6-4FF0-A772-B3241EDA6EAB}"/>
              </a:ext>
            </a:extLst>
          </p:cNvPr>
          <p:cNvSpPr>
            <a:spLocks xmlns:a="http://schemas.openxmlformats.org/drawingml/2006/main" noGrp="1"/>
          </p:cNvSpPr>
          <p:nvPr/>
        </p:nvSpPr>
        <p:spPr>
          <a:xfrm xmlns:a="http://schemas.openxmlformats.org/drawingml/2006/main">
            <a:off x="8913571" y="538398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Oval 78">
            <a:extLst xmlns:a="http://schemas.openxmlformats.org/drawingml/2006/main">
              <a:ext uri="{FF2B5EF4-FFF2-40B4-BE49-F238E27FC236}">
                <a16:creationId xmlns:a16="http://schemas.microsoft.com/office/drawing/2014/main" id="{4F98D4E1-C319-438E-92A7-3535DF78A6E5}"/>
              </a:ext>
            </a:extLst>
          </p:cNvPr>
          <p:cNvSpPr>
            <a:spLocks xmlns:a="http://schemas.openxmlformats.org/drawingml/2006/main" noGrp="1"/>
          </p:cNvSpPr>
          <p:nvPr/>
        </p:nvSpPr>
        <p:spPr>
          <a:xfrm xmlns:a="http://schemas.openxmlformats.org/drawingml/2006/main">
            <a:off x="8639251" y="54754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0" name="Oval 79">
            <a:extLst xmlns:a="http://schemas.openxmlformats.org/drawingml/2006/main">
              <a:ext uri="{FF2B5EF4-FFF2-40B4-BE49-F238E27FC236}">
                <a16:creationId xmlns:a16="http://schemas.microsoft.com/office/drawing/2014/main" id="{6CF2B7F3-F68E-449D-BD98-3AAD2188A9BE}"/>
              </a:ext>
            </a:extLst>
          </p:cNvPr>
          <p:cNvSpPr>
            <a:spLocks xmlns:a="http://schemas.openxmlformats.org/drawingml/2006/main" noGrp="1"/>
          </p:cNvSpPr>
          <p:nvPr/>
        </p:nvSpPr>
        <p:spPr>
          <a:xfrm xmlns:a="http://schemas.openxmlformats.org/drawingml/2006/main">
            <a:off x="8730691" y="54754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Oval 80">
            <a:extLst xmlns:a="http://schemas.openxmlformats.org/drawingml/2006/main">
              <a:ext uri="{FF2B5EF4-FFF2-40B4-BE49-F238E27FC236}">
                <a16:creationId xmlns:a16="http://schemas.microsoft.com/office/drawing/2014/main" id="{7558B3F3-AB3D-404C-8CAD-9784F2629B05}"/>
              </a:ext>
            </a:extLst>
          </p:cNvPr>
          <p:cNvSpPr>
            <a:spLocks xmlns:a="http://schemas.openxmlformats.org/drawingml/2006/main" noGrp="1"/>
          </p:cNvSpPr>
          <p:nvPr/>
        </p:nvSpPr>
        <p:spPr>
          <a:xfrm xmlns:a="http://schemas.openxmlformats.org/drawingml/2006/main">
            <a:off x="8822131" y="54754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2" name="Oval 81">
            <a:extLst xmlns:a="http://schemas.openxmlformats.org/drawingml/2006/main">
              <a:ext uri="{FF2B5EF4-FFF2-40B4-BE49-F238E27FC236}">
                <a16:creationId xmlns:a16="http://schemas.microsoft.com/office/drawing/2014/main" id="{03F4A494-EC73-4257-B61E-D9AF2B614945}"/>
              </a:ext>
            </a:extLst>
          </p:cNvPr>
          <p:cNvSpPr>
            <a:spLocks xmlns:a="http://schemas.openxmlformats.org/drawingml/2006/main" noGrp="1"/>
          </p:cNvSpPr>
          <p:nvPr/>
        </p:nvSpPr>
        <p:spPr>
          <a:xfrm xmlns:a="http://schemas.openxmlformats.org/drawingml/2006/main">
            <a:off x="8913571" y="547542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Oval 82">
            <a:extLst xmlns:a="http://schemas.openxmlformats.org/drawingml/2006/main">
              <a:ext uri="{FF2B5EF4-FFF2-40B4-BE49-F238E27FC236}">
                <a16:creationId xmlns:a16="http://schemas.microsoft.com/office/drawing/2014/main" id="{E4BB14D1-4980-43ED-96E3-29D8944195A1}"/>
              </a:ext>
            </a:extLst>
          </p:cNvPr>
          <p:cNvSpPr>
            <a:spLocks xmlns:a="http://schemas.openxmlformats.org/drawingml/2006/main" noGrp="1"/>
          </p:cNvSpPr>
          <p:nvPr/>
        </p:nvSpPr>
        <p:spPr>
          <a:xfrm xmlns:a="http://schemas.openxmlformats.org/drawingml/2006/main">
            <a:off x="8639251" y="55668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4" name="Oval 83">
            <a:extLst xmlns:a="http://schemas.openxmlformats.org/drawingml/2006/main">
              <a:ext uri="{FF2B5EF4-FFF2-40B4-BE49-F238E27FC236}">
                <a16:creationId xmlns:a16="http://schemas.microsoft.com/office/drawing/2014/main" id="{BC23DEFE-DCAA-4CD6-99EA-30F299E83098}"/>
              </a:ext>
            </a:extLst>
          </p:cNvPr>
          <p:cNvSpPr>
            <a:spLocks xmlns:a="http://schemas.openxmlformats.org/drawingml/2006/main" noGrp="1"/>
          </p:cNvSpPr>
          <p:nvPr/>
        </p:nvSpPr>
        <p:spPr>
          <a:xfrm xmlns:a="http://schemas.openxmlformats.org/drawingml/2006/main">
            <a:off x="8730691" y="55668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Oval 84">
            <a:extLst xmlns:a="http://schemas.openxmlformats.org/drawingml/2006/main">
              <a:ext uri="{FF2B5EF4-FFF2-40B4-BE49-F238E27FC236}">
                <a16:creationId xmlns:a16="http://schemas.microsoft.com/office/drawing/2014/main" id="{4CAA87C7-77B5-4D7A-B8CC-07E1A3D7ACB0}"/>
              </a:ext>
            </a:extLst>
          </p:cNvPr>
          <p:cNvSpPr>
            <a:spLocks xmlns:a="http://schemas.openxmlformats.org/drawingml/2006/main" noGrp="1"/>
          </p:cNvSpPr>
          <p:nvPr/>
        </p:nvSpPr>
        <p:spPr>
          <a:xfrm xmlns:a="http://schemas.openxmlformats.org/drawingml/2006/main">
            <a:off x="8822131" y="55668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6" name="Oval 85">
            <a:extLst xmlns:a="http://schemas.openxmlformats.org/drawingml/2006/main">
              <a:ext uri="{FF2B5EF4-FFF2-40B4-BE49-F238E27FC236}">
                <a16:creationId xmlns:a16="http://schemas.microsoft.com/office/drawing/2014/main" id="{0BD849D7-9248-4ACA-9628-47FA3FF2BB7B}"/>
              </a:ext>
            </a:extLst>
          </p:cNvPr>
          <p:cNvSpPr>
            <a:spLocks xmlns:a="http://schemas.openxmlformats.org/drawingml/2006/main" noGrp="1"/>
          </p:cNvSpPr>
          <p:nvPr/>
        </p:nvSpPr>
        <p:spPr>
          <a:xfrm xmlns:a="http://schemas.openxmlformats.org/drawingml/2006/main">
            <a:off x="8913571" y="556686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Oval 86">
            <a:extLst xmlns:a="http://schemas.openxmlformats.org/drawingml/2006/main">
              <a:ext uri="{FF2B5EF4-FFF2-40B4-BE49-F238E27FC236}">
                <a16:creationId xmlns:a16="http://schemas.microsoft.com/office/drawing/2014/main" id="{CF08964D-DEAB-47AB-9A89-337EE37A4966}"/>
              </a:ext>
            </a:extLst>
          </p:cNvPr>
          <p:cNvSpPr>
            <a:spLocks xmlns:a="http://schemas.openxmlformats.org/drawingml/2006/main" noGrp="1"/>
          </p:cNvSpPr>
          <p:nvPr/>
        </p:nvSpPr>
        <p:spPr>
          <a:xfrm xmlns:a="http://schemas.openxmlformats.org/drawingml/2006/main">
            <a:off x="8639251" y="56583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8" name="Oval 87">
            <a:extLst xmlns:a="http://schemas.openxmlformats.org/drawingml/2006/main">
              <a:ext uri="{FF2B5EF4-FFF2-40B4-BE49-F238E27FC236}">
                <a16:creationId xmlns:a16="http://schemas.microsoft.com/office/drawing/2014/main" id="{F1DC368B-410B-4521-A7DC-61CE89C54943}"/>
              </a:ext>
            </a:extLst>
          </p:cNvPr>
          <p:cNvSpPr>
            <a:spLocks xmlns:a="http://schemas.openxmlformats.org/drawingml/2006/main" noGrp="1"/>
          </p:cNvSpPr>
          <p:nvPr/>
        </p:nvSpPr>
        <p:spPr>
          <a:xfrm xmlns:a="http://schemas.openxmlformats.org/drawingml/2006/main">
            <a:off x="8730691" y="56583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Oval 88">
            <a:extLst xmlns:a="http://schemas.openxmlformats.org/drawingml/2006/main">
              <a:ext uri="{FF2B5EF4-FFF2-40B4-BE49-F238E27FC236}">
                <a16:creationId xmlns:a16="http://schemas.microsoft.com/office/drawing/2014/main" id="{B978C66F-DB50-401C-B052-A5B4AF619E2D}"/>
              </a:ext>
            </a:extLst>
          </p:cNvPr>
          <p:cNvSpPr>
            <a:spLocks xmlns:a="http://schemas.openxmlformats.org/drawingml/2006/main" noGrp="1"/>
          </p:cNvSpPr>
          <p:nvPr/>
        </p:nvSpPr>
        <p:spPr>
          <a:xfrm xmlns:a="http://schemas.openxmlformats.org/drawingml/2006/main">
            <a:off x="8822131" y="56583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0" name="Oval 89">
            <a:extLst xmlns:a="http://schemas.openxmlformats.org/drawingml/2006/main">
              <a:ext uri="{FF2B5EF4-FFF2-40B4-BE49-F238E27FC236}">
                <a16:creationId xmlns:a16="http://schemas.microsoft.com/office/drawing/2014/main" id="{35271E6B-31BE-4A37-B2F9-D783FDFA36DC}"/>
              </a:ext>
            </a:extLst>
          </p:cNvPr>
          <p:cNvSpPr>
            <a:spLocks xmlns:a="http://schemas.openxmlformats.org/drawingml/2006/main" noGrp="1"/>
          </p:cNvSpPr>
          <p:nvPr/>
        </p:nvSpPr>
        <p:spPr>
          <a:xfrm xmlns:a="http://schemas.openxmlformats.org/drawingml/2006/main">
            <a:off x="8913571" y="5658307"/>
            <a:ext cx="21945" cy="21945"/>
          </a:xfrm>
          <a:prstGeom xmlns:a="http://schemas.openxmlformats.org/drawingml/2006/main" prst="ellipse">
            <a:avLst/>
          </a:prstGeom>
          <a:solidFill xmlns:a="http://schemas.openxmlformats.org/drawingml/2006/main">
            <a:srgbClr val="DAEBFB"/>
          </a:solidFill>
          <a:ln xmlns:a="http://schemas.openxmlformats.org/drawingml/2006/main" w="1270">
            <a:solidFill>
              <a:srgbClr val="DAEBF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Arc 90">
            <a:extLst xmlns:a="http://schemas.openxmlformats.org/drawingml/2006/main">
              <a:ext uri="{FF2B5EF4-FFF2-40B4-BE49-F238E27FC236}">
                <a16:creationId xmlns:a16="http://schemas.microsoft.com/office/drawing/2014/main" id="{C607D8EB-03AF-425B-8D40-687217A05BCE}"/>
              </a:ext>
            </a:extLst>
          </p:cNvPr>
          <p:cNvSpPr>
            <a:spLocks xmlns:a="http://schemas.openxmlformats.org/drawingml/2006/main" noGrp="1"/>
          </p:cNvSpPr>
          <p:nvPr/>
        </p:nvSpPr>
        <p:spPr>
          <a:xfrm xmlns:a="http://schemas.openxmlformats.org/drawingml/2006/main">
            <a:off x="-228600" y="6062472"/>
            <a:ext cx="3017520" cy="1051560"/>
          </a:xfrm>
          <a:prstGeom xmlns:a="http://schemas.openxmlformats.org/drawingml/2006/main" prst="arc">
            <a:avLst/>
          </a:prstGeom>
          <a:noFill xmlns:a="http://schemas.openxmlformats.org/drawingml/2006/main"/>
          <a:ln xmlns:a="http://schemas.openxmlformats.org/drawingml/2006/main" w="228600">
            <a:solidFill>
              <a:srgbClr val="CDE2F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2" name="Arc 91">
            <a:extLst xmlns:a="http://schemas.openxmlformats.org/drawingml/2006/main">
              <a:ext uri="{FF2B5EF4-FFF2-40B4-BE49-F238E27FC236}">
                <a16:creationId xmlns:a16="http://schemas.microsoft.com/office/drawing/2014/main" id="{F488332F-F425-4887-B9B4-66646FD4CBFF}"/>
              </a:ext>
            </a:extLst>
          </p:cNvPr>
          <p:cNvSpPr>
            <a:spLocks xmlns:a="http://schemas.openxmlformats.org/drawingml/2006/main" noGrp="1"/>
          </p:cNvSpPr>
          <p:nvPr/>
        </p:nvSpPr>
        <p:spPr>
          <a:xfrm xmlns:a="http://schemas.openxmlformats.org/drawingml/2006/main">
            <a:off x="-155448" y="6108192"/>
            <a:ext cx="3017520" cy="1051560"/>
          </a:xfrm>
          <a:prstGeom xmlns:a="http://schemas.openxmlformats.org/drawingml/2006/main" prst="arc">
            <a:avLst/>
          </a:prstGeom>
          <a:noFill xmlns:a="http://schemas.openxmlformats.org/drawingml/2006/main"/>
          <a:ln xmlns:a="http://schemas.openxmlformats.org/drawingml/2006/main" w="177800">
            <a:solidFill>
              <a:srgbClr val="D7E7F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3" name="Arc 92">
            <a:extLst xmlns:a="http://schemas.openxmlformats.org/drawingml/2006/main">
              <a:ext uri="{FF2B5EF4-FFF2-40B4-BE49-F238E27FC236}">
                <a16:creationId xmlns:a16="http://schemas.microsoft.com/office/drawing/2014/main" id="{14D8B7FC-8BBB-49B1-89BE-79D3A56E53B3}"/>
              </a:ext>
            </a:extLst>
          </p:cNvPr>
          <p:cNvSpPr>
            <a:spLocks xmlns:a="http://schemas.openxmlformats.org/drawingml/2006/main" noGrp="1"/>
          </p:cNvSpPr>
          <p:nvPr/>
        </p:nvSpPr>
        <p:spPr>
          <a:xfrm xmlns:a="http://schemas.openxmlformats.org/drawingml/2006/main">
            <a:off x="-82296" y="6153912"/>
            <a:ext cx="3017520" cy="1051560"/>
          </a:xfrm>
          <a:prstGeom xmlns:a="http://schemas.openxmlformats.org/drawingml/2006/main" prst="arc">
            <a:avLst/>
          </a:prstGeom>
          <a:noFill xmlns:a="http://schemas.openxmlformats.org/drawingml/2006/main"/>
          <a:ln xmlns:a="http://schemas.openxmlformats.org/drawingml/2006/main" w="127000">
            <a:solidFill>
              <a:srgbClr val="E1ECF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4" name="Oval 93">
            <a:extLst xmlns:a="http://schemas.openxmlformats.org/drawingml/2006/main">
              <a:ext uri="{FF2B5EF4-FFF2-40B4-BE49-F238E27FC236}">
                <a16:creationId xmlns:a16="http://schemas.microsoft.com/office/drawing/2014/main" id="{FFF98C48-359E-432C-9DC4-1DF8146B1E28}"/>
              </a:ext>
            </a:extLst>
          </p:cNvPr>
          <p:cNvSpPr>
            <a:spLocks xmlns:a="http://schemas.openxmlformats.org/drawingml/2006/main" noGrp="1"/>
          </p:cNvSpPr>
          <p:nvPr/>
        </p:nvSpPr>
        <p:spPr>
          <a:xfrm xmlns:a="http://schemas.openxmlformats.org/drawingml/2006/main">
            <a:off x="11142878" y="6040526"/>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5" name="Oval 94">
            <a:extLst xmlns:a="http://schemas.openxmlformats.org/drawingml/2006/main">
              <a:ext uri="{FF2B5EF4-FFF2-40B4-BE49-F238E27FC236}">
                <a16:creationId xmlns:a16="http://schemas.microsoft.com/office/drawing/2014/main" id="{18374281-8F08-432D-AEB9-5EAF4834040F}"/>
              </a:ext>
            </a:extLst>
          </p:cNvPr>
          <p:cNvSpPr>
            <a:spLocks xmlns:a="http://schemas.openxmlformats.org/drawingml/2006/main" noGrp="1"/>
          </p:cNvSpPr>
          <p:nvPr/>
        </p:nvSpPr>
        <p:spPr>
          <a:xfrm xmlns:a="http://schemas.openxmlformats.org/drawingml/2006/main">
            <a:off x="11243462" y="6040526"/>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6" name="Oval 95">
            <a:extLst xmlns:a="http://schemas.openxmlformats.org/drawingml/2006/main">
              <a:ext uri="{FF2B5EF4-FFF2-40B4-BE49-F238E27FC236}">
                <a16:creationId xmlns:a16="http://schemas.microsoft.com/office/drawing/2014/main" id="{78E03EEE-4E5E-4147-B4DF-68D0DB719406}"/>
              </a:ext>
            </a:extLst>
          </p:cNvPr>
          <p:cNvSpPr>
            <a:spLocks xmlns:a="http://schemas.openxmlformats.org/drawingml/2006/main" noGrp="1"/>
          </p:cNvSpPr>
          <p:nvPr/>
        </p:nvSpPr>
        <p:spPr>
          <a:xfrm xmlns:a="http://schemas.openxmlformats.org/drawingml/2006/main">
            <a:off x="11344046" y="6040526"/>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7" name="Oval 96">
            <a:extLst xmlns:a="http://schemas.openxmlformats.org/drawingml/2006/main">
              <a:ext uri="{FF2B5EF4-FFF2-40B4-BE49-F238E27FC236}">
                <a16:creationId xmlns:a16="http://schemas.microsoft.com/office/drawing/2014/main" id="{8B8A8072-51DC-4900-90B2-9F872BE3600C}"/>
              </a:ext>
            </a:extLst>
          </p:cNvPr>
          <p:cNvSpPr>
            <a:spLocks xmlns:a="http://schemas.openxmlformats.org/drawingml/2006/main" noGrp="1"/>
          </p:cNvSpPr>
          <p:nvPr/>
        </p:nvSpPr>
        <p:spPr>
          <a:xfrm xmlns:a="http://schemas.openxmlformats.org/drawingml/2006/main">
            <a:off x="11444630" y="6040526"/>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8" name="Oval 97">
            <a:extLst xmlns:a="http://schemas.openxmlformats.org/drawingml/2006/main">
              <a:ext uri="{FF2B5EF4-FFF2-40B4-BE49-F238E27FC236}">
                <a16:creationId xmlns:a16="http://schemas.microsoft.com/office/drawing/2014/main" id="{9C20D83E-C3C4-4F98-844D-270F1469EBEA}"/>
              </a:ext>
            </a:extLst>
          </p:cNvPr>
          <p:cNvSpPr>
            <a:spLocks xmlns:a="http://schemas.openxmlformats.org/drawingml/2006/main" noGrp="1"/>
          </p:cNvSpPr>
          <p:nvPr/>
        </p:nvSpPr>
        <p:spPr>
          <a:xfrm xmlns:a="http://schemas.openxmlformats.org/drawingml/2006/main">
            <a:off x="11142878" y="6141110"/>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9" name="Oval 98">
            <a:extLst xmlns:a="http://schemas.openxmlformats.org/drawingml/2006/main">
              <a:ext uri="{FF2B5EF4-FFF2-40B4-BE49-F238E27FC236}">
                <a16:creationId xmlns:a16="http://schemas.microsoft.com/office/drawing/2014/main" id="{8F97EF5A-0CC4-4DA5-B027-EAA19B93EA2F}"/>
              </a:ext>
            </a:extLst>
          </p:cNvPr>
          <p:cNvSpPr>
            <a:spLocks xmlns:a="http://schemas.openxmlformats.org/drawingml/2006/main" noGrp="1"/>
          </p:cNvSpPr>
          <p:nvPr/>
        </p:nvSpPr>
        <p:spPr>
          <a:xfrm xmlns:a="http://schemas.openxmlformats.org/drawingml/2006/main">
            <a:off x="11243462" y="6141110"/>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0" name="Oval 99">
            <a:extLst xmlns:a="http://schemas.openxmlformats.org/drawingml/2006/main">
              <a:ext uri="{FF2B5EF4-FFF2-40B4-BE49-F238E27FC236}">
                <a16:creationId xmlns:a16="http://schemas.microsoft.com/office/drawing/2014/main" id="{886D554D-F489-438B-8506-7EA19AC6C331}"/>
              </a:ext>
            </a:extLst>
          </p:cNvPr>
          <p:cNvSpPr>
            <a:spLocks xmlns:a="http://schemas.openxmlformats.org/drawingml/2006/main" noGrp="1"/>
          </p:cNvSpPr>
          <p:nvPr/>
        </p:nvSpPr>
        <p:spPr>
          <a:xfrm xmlns:a="http://schemas.openxmlformats.org/drawingml/2006/main">
            <a:off x="11344046" y="6141110"/>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1" name="Oval 100">
            <a:extLst xmlns:a="http://schemas.openxmlformats.org/drawingml/2006/main">
              <a:ext uri="{FF2B5EF4-FFF2-40B4-BE49-F238E27FC236}">
                <a16:creationId xmlns:a16="http://schemas.microsoft.com/office/drawing/2014/main" id="{83D0E46D-04F6-42EE-9548-A0C14FD1D340}"/>
              </a:ext>
            </a:extLst>
          </p:cNvPr>
          <p:cNvSpPr>
            <a:spLocks xmlns:a="http://schemas.openxmlformats.org/drawingml/2006/main" noGrp="1"/>
          </p:cNvSpPr>
          <p:nvPr/>
        </p:nvSpPr>
        <p:spPr>
          <a:xfrm xmlns:a="http://schemas.openxmlformats.org/drawingml/2006/main">
            <a:off x="11444630" y="6141110"/>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2" name="Oval 101">
            <a:extLst xmlns:a="http://schemas.openxmlformats.org/drawingml/2006/main">
              <a:ext uri="{FF2B5EF4-FFF2-40B4-BE49-F238E27FC236}">
                <a16:creationId xmlns:a16="http://schemas.microsoft.com/office/drawing/2014/main" id="{071A4919-7D65-4F1E-9916-750D1D1C1A15}"/>
              </a:ext>
            </a:extLst>
          </p:cNvPr>
          <p:cNvSpPr>
            <a:spLocks xmlns:a="http://schemas.openxmlformats.org/drawingml/2006/main" noGrp="1"/>
          </p:cNvSpPr>
          <p:nvPr/>
        </p:nvSpPr>
        <p:spPr>
          <a:xfrm xmlns:a="http://schemas.openxmlformats.org/drawingml/2006/main">
            <a:off x="11142878" y="6241694"/>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3" name="Oval 102">
            <a:extLst xmlns:a="http://schemas.openxmlformats.org/drawingml/2006/main">
              <a:ext uri="{FF2B5EF4-FFF2-40B4-BE49-F238E27FC236}">
                <a16:creationId xmlns:a16="http://schemas.microsoft.com/office/drawing/2014/main" id="{2EAB9B86-2514-448C-AACA-B543B6E88AA5}"/>
              </a:ext>
            </a:extLst>
          </p:cNvPr>
          <p:cNvSpPr>
            <a:spLocks xmlns:a="http://schemas.openxmlformats.org/drawingml/2006/main" noGrp="1"/>
          </p:cNvSpPr>
          <p:nvPr/>
        </p:nvSpPr>
        <p:spPr>
          <a:xfrm xmlns:a="http://schemas.openxmlformats.org/drawingml/2006/main">
            <a:off x="11243462" y="6241694"/>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4" name="Oval 103">
            <a:extLst xmlns:a="http://schemas.openxmlformats.org/drawingml/2006/main">
              <a:ext uri="{FF2B5EF4-FFF2-40B4-BE49-F238E27FC236}">
                <a16:creationId xmlns:a16="http://schemas.microsoft.com/office/drawing/2014/main" id="{40125F95-105D-401F-AA20-5D905E518FE4}"/>
              </a:ext>
            </a:extLst>
          </p:cNvPr>
          <p:cNvSpPr>
            <a:spLocks xmlns:a="http://schemas.openxmlformats.org/drawingml/2006/main" noGrp="1"/>
          </p:cNvSpPr>
          <p:nvPr/>
        </p:nvSpPr>
        <p:spPr>
          <a:xfrm xmlns:a="http://schemas.openxmlformats.org/drawingml/2006/main">
            <a:off x="11344046" y="6241694"/>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Oval 104">
            <a:extLst xmlns:a="http://schemas.openxmlformats.org/drawingml/2006/main">
              <a:ext uri="{FF2B5EF4-FFF2-40B4-BE49-F238E27FC236}">
                <a16:creationId xmlns:a16="http://schemas.microsoft.com/office/drawing/2014/main" id="{B2314CB3-43D9-426C-8645-29013A494965}"/>
              </a:ext>
            </a:extLst>
          </p:cNvPr>
          <p:cNvSpPr>
            <a:spLocks xmlns:a="http://schemas.openxmlformats.org/drawingml/2006/main" noGrp="1"/>
          </p:cNvSpPr>
          <p:nvPr/>
        </p:nvSpPr>
        <p:spPr>
          <a:xfrm xmlns:a="http://schemas.openxmlformats.org/drawingml/2006/main">
            <a:off x="11444630" y="6241694"/>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6" name="Oval 105">
            <a:extLst xmlns:a="http://schemas.openxmlformats.org/drawingml/2006/main">
              <a:ext uri="{FF2B5EF4-FFF2-40B4-BE49-F238E27FC236}">
                <a16:creationId xmlns:a16="http://schemas.microsoft.com/office/drawing/2014/main" id="{11DBA07E-2130-4495-967B-C6BF9C4DA792}"/>
              </a:ext>
            </a:extLst>
          </p:cNvPr>
          <p:cNvSpPr>
            <a:spLocks xmlns:a="http://schemas.openxmlformats.org/drawingml/2006/main" noGrp="1"/>
          </p:cNvSpPr>
          <p:nvPr/>
        </p:nvSpPr>
        <p:spPr>
          <a:xfrm xmlns:a="http://schemas.openxmlformats.org/drawingml/2006/main">
            <a:off x="11142878" y="6342278"/>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 name="Oval 106">
            <a:extLst xmlns:a="http://schemas.openxmlformats.org/drawingml/2006/main">
              <a:ext uri="{FF2B5EF4-FFF2-40B4-BE49-F238E27FC236}">
                <a16:creationId xmlns:a16="http://schemas.microsoft.com/office/drawing/2014/main" id="{A6832A51-42B7-4C0A-82E6-69465FDDA0BA}"/>
              </a:ext>
            </a:extLst>
          </p:cNvPr>
          <p:cNvSpPr>
            <a:spLocks xmlns:a="http://schemas.openxmlformats.org/drawingml/2006/main" noGrp="1"/>
          </p:cNvSpPr>
          <p:nvPr/>
        </p:nvSpPr>
        <p:spPr>
          <a:xfrm xmlns:a="http://schemas.openxmlformats.org/drawingml/2006/main">
            <a:off x="11243462" y="6342278"/>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8" name="Oval 107">
            <a:extLst xmlns:a="http://schemas.openxmlformats.org/drawingml/2006/main">
              <a:ext uri="{FF2B5EF4-FFF2-40B4-BE49-F238E27FC236}">
                <a16:creationId xmlns:a16="http://schemas.microsoft.com/office/drawing/2014/main" id="{2D0D61E9-274D-406E-8BA4-483E5622979F}"/>
              </a:ext>
            </a:extLst>
          </p:cNvPr>
          <p:cNvSpPr>
            <a:spLocks xmlns:a="http://schemas.openxmlformats.org/drawingml/2006/main" noGrp="1"/>
          </p:cNvSpPr>
          <p:nvPr/>
        </p:nvSpPr>
        <p:spPr>
          <a:xfrm xmlns:a="http://schemas.openxmlformats.org/drawingml/2006/main">
            <a:off x="11344046" y="6342278"/>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 name="Oval 108">
            <a:extLst xmlns:a="http://schemas.openxmlformats.org/drawingml/2006/main">
              <a:ext uri="{FF2B5EF4-FFF2-40B4-BE49-F238E27FC236}">
                <a16:creationId xmlns:a16="http://schemas.microsoft.com/office/drawing/2014/main" id="{E5F2DC73-C23B-4AAB-9FF4-68B0A77E3FB0}"/>
              </a:ext>
            </a:extLst>
          </p:cNvPr>
          <p:cNvSpPr>
            <a:spLocks xmlns:a="http://schemas.openxmlformats.org/drawingml/2006/main" noGrp="1"/>
          </p:cNvSpPr>
          <p:nvPr/>
        </p:nvSpPr>
        <p:spPr>
          <a:xfrm xmlns:a="http://schemas.openxmlformats.org/drawingml/2006/main">
            <a:off x="11444630" y="6342278"/>
            <a:ext cx="25603" cy="25603"/>
          </a:xfrm>
          <a:prstGeom xmlns:a="http://schemas.openxmlformats.org/drawingml/2006/main" prst="ellipse">
            <a:avLst/>
          </a:prstGeom>
          <a:solidFill xmlns:a="http://schemas.openxmlformats.org/drawingml/2006/main">
            <a:srgbClr val="87B8EE"/>
          </a:solidFill>
          <a:ln xmlns:a="http://schemas.openxmlformats.org/drawingml/2006/main" w="1270">
            <a:solidFill>
              <a:srgbClr val="87B8E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19" name="Picture 110"/>
          <p:cNvPicPr>
            <a:picLocks xmlns:a="http://schemas.openxmlformats.org/drawingml/2006/main" noChangeAspect="1"/>
          </p:cNvPicPr>
          <p:nvPr/>
        </p:nvPicPr>
        <p:blipFill>
          <a:blip xmlns:r="http://schemas.openxmlformats.org/officeDocument/2006/relationships" xmlns:a="http://schemas.openxmlformats.org/drawingml/2006/main" r:embed="R35af2129ed5e4307"/>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80293584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6FBA5FA-8F57-4799-99AE-658201DA99A1}"/>
              </a:ext>
            </a:extLst>
          </p:cNvPr>
          <p:cNvSpPr>
            <a:spLocks xmlns:a="http://schemas.openxmlformats.org/drawingml/2006/main" noGrp="1"/>
          </p:cNvSpPr>
          <p:nvPr/>
        </p:nvSpPr>
        <p:spPr>
          <a:xfrm xmlns:a="http://schemas.openxmlformats.org/drawingml/2006/main">
            <a:off x="4389120" y="274320"/>
            <a:ext cx="3383280" cy="4572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082B67"/>
                </a:solidFill>
                <a:latin typeface="Arial"/>
                <a:ea typeface="Arial"/>
                <a:cs typeface="Arial"/>
              </a:rPr>
              <a:t>TESTCASE</a:t>
            </a:r>
          </a:p>
        </p:txBody>
      </p:sp>
      <p:sp>
        <p:nvSpPr>
          <p:cNvPr id="3" name="Connector 2">
            <a:extLst xmlns:a="http://schemas.openxmlformats.org/drawingml/2006/main">
              <a:ext uri="{FF2B5EF4-FFF2-40B4-BE49-F238E27FC236}">
                <a16:creationId xmlns:a16="http://schemas.microsoft.com/office/drawing/2014/main" id="{4959B8EA-08D4-49B0-BB40-11CCC7647A8C}"/>
              </a:ext>
            </a:extLst>
          </p:cNvPr>
          <p:cNvSpPr>
            <a:spLocks xmlns:a="http://schemas.openxmlformats.org/drawingml/2006/main" noGrp="1"/>
          </p:cNvSpPr>
          <p:nvPr/>
        </p:nvSpPr>
        <p:spPr>
          <a:xfrm xmlns:a="http://schemas.openxmlformats.org/drawingml/2006/main">
            <a:off x="5559552" y="859536"/>
            <a:ext cx="493776" cy="0"/>
          </a:xfrm>
          <a:prstGeom xmlns:a="http://schemas.openxmlformats.org/drawingml/2006/main" prst="line">
            <a:avLst/>
          </a:prstGeom>
          <a:ln xmlns:a="http://schemas.openxmlformats.org/drawingml/2006/main" w="26670">
            <a:solidFill>
              <a:srgbClr val="19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Oval 3">
            <a:extLst xmlns:a="http://schemas.openxmlformats.org/drawingml/2006/main">
              <a:ext uri="{FF2B5EF4-FFF2-40B4-BE49-F238E27FC236}">
                <a16:creationId xmlns:a16="http://schemas.microsoft.com/office/drawing/2014/main" id="{0D169271-E54E-4242-B18F-6B0689F17319}"/>
              </a:ext>
            </a:extLst>
          </p:cNvPr>
          <p:cNvSpPr>
            <a:spLocks xmlns:a="http://schemas.openxmlformats.org/drawingml/2006/main" noGrp="1"/>
          </p:cNvSpPr>
          <p:nvPr/>
        </p:nvSpPr>
        <p:spPr>
          <a:xfrm xmlns:a="http://schemas.openxmlformats.org/drawingml/2006/main">
            <a:off x="6168542" y="837590"/>
            <a:ext cx="43891" cy="43891"/>
          </a:xfrm>
          <a:prstGeom xmlns:a="http://schemas.openxmlformats.org/drawingml/2006/main" prst="ellipse">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57B5DE59-CC60-487F-BDD2-F3FBBE4A0C0F}"/>
              </a:ext>
            </a:extLst>
          </p:cNvPr>
          <p:cNvSpPr>
            <a:spLocks xmlns:a="http://schemas.openxmlformats.org/drawingml/2006/main" noGrp="1"/>
          </p:cNvSpPr>
          <p:nvPr/>
        </p:nvSpPr>
        <p:spPr>
          <a:xfrm xmlns:a="http://schemas.openxmlformats.org/drawingml/2006/main">
            <a:off x="6287414" y="837590"/>
            <a:ext cx="43891" cy="43891"/>
          </a:xfrm>
          <a:prstGeom xmlns:a="http://schemas.openxmlformats.org/drawingml/2006/main" prst="ellipse">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4D62722B-32C0-41AF-94B7-EB895E713B70}"/>
              </a:ext>
            </a:extLst>
          </p:cNvPr>
          <p:cNvSpPr>
            <a:spLocks xmlns:a="http://schemas.openxmlformats.org/drawingml/2006/main" noGrp="1"/>
          </p:cNvSpPr>
          <p:nvPr/>
        </p:nvSpPr>
        <p:spPr>
          <a:xfrm xmlns:a="http://schemas.openxmlformats.org/drawingml/2006/main">
            <a:off x="6406286" y="837590"/>
            <a:ext cx="43891" cy="43891"/>
          </a:xfrm>
          <a:prstGeom xmlns:a="http://schemas.openxmlformats.org/drawingml/2006/main" prst="ellipse">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nector 6">
            <a:extLst xmlns:a="http://schemas.openxmlformats.org/drawingml/2006/main">
              <a:ext uri="{FF2B5EF4-FFF2-40B4-BE49-F238E27FC236}">
                <a16:creationId xmlns:a16="http://schemas.microsoft.com/office/drawing/2014/main" id="{E1E2855E-2AB7-4120-89FA-EC6050547D46}"/>
              </a:ext>
            </a:extLst>
          </p:cNvPr>
          <p:cNvSpPr>
            <a:spLocks xmlns:a="http://schemas.openxmlformats.org/drawingml/2006/main" noGrp="1"/>
          </p:cNvSpPr>
          <p:nvPr/>
        </p:nvSpPr>
        <p:spPr>
          <a:xfrm xmlns:a="http://schemas.openxmlformats.org/drawingml/2006/main" flipV="1">
            <a:off x="0" y="438912"/>
            <a:ext cx="749808" cy="822960"/>
          </a:xfrm>
          <a:prstGeom xmlns:a="http://schemas.openxmlformats.org/drawingml/2006/main" prst="line">
            <a:avLst/>
          </a:prstGeom>
          <a:ln xmlns:a="http://schemas.openxmlformats.org/drawingml/2006/main" w="10160">
            <a:solidFill>
              <a:srgbClr val="19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Connector 7">
            <a:extLst xmlns:a="http://schemas.openxmlformats.org/drawingml/2006/main">
              <a:ext uri="{FF2B5EF4-FFF2-40B4-BE49-F238E27FC236}">
                <a16:creationId xmlns:a16="http://schemas.microsoft.com/office/drawing/2014/main" id="{EB081D24-46CE-4824-9D45-BC60D62D36AD}"/>
              </a:ext>
            </a:extLst>
          </p:cNvPr>
          <p:cNvSpPr>
            <a:spLocks xmlns:a="http://schemas.openxmlformats.org/drawingml/2006/main" noGrp="1"/>
          </p:cNvSpPr>
          <p:nvPr/>
        </p:nvSpPr>
        <p:spPr>
          <a:xfrm xmlns:a="http://schemas.openxmlformats.org/drawingml/2006/main">
            <a:off x="749808" y="438912"/>
            <a:ext cx="1764792" cy="566928"/>
          </a:xfrm>
          <a:prstGeom xmlns:a="http://schemas.openxmlformats.org/drawingml/2006/main" prst="line">
            <a:avLst/>
          </a:prstGeom>
          <a:ln xmlns:a="http://schemas.openxmlformats.org/drawingml/2006/main" w="10160">
            <a:solidFill>
              <a:srgbClr val="19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9" name="Oval 8">
            <a:extLst xmlns:a="http://schemas.openxmlformats.org/drawingml/2006/main">
              <a:ext uri="{FF2B5EF4-FFF2-40B4-BE49-F238E27FC236}">
                <a16:creationId xmlns:a16="http://schemas.microsoft.com/office/drawing/2014/main" id="{080F46A5-910F-4FDD-8611-3104669DA0A1}"/>
              </a:ext>
            </a:extLst>
          </p:cNvPr>
          <p:cNvSpPr>
            <a:spLocks xmlns:a="http://schemas.openxmlformats.org/drawingml/2006/main" noGrp="1"/>
          </p:cNvSpPr>
          <p:nvPr/>
        </p:nvSpPr>
        <p:spPr>
          <a:xfrm xmlns:a="http://schemas.openxmlformats.org/drawingml/2006/main">
            <a:off x="612647" y="301751"/>
            <a:ext cx="274320" cy="274320"/>
          </a:xfrm>
          <a:prstGeom xmlns:a="http://schemas.openxmlformats.org/drawingml/2006/main" prst="ellipse">
            <a:avLst/>
          </a:prstGeom>
          <a:solidFill xmlns:a="http://schemas.openxmlformats.org/drawingml/2006/main">
            <a:srgbClr val="FFFFFF"/>
          </a:solidFill>
          <a:ln xmlns:a="http://schemas.openxmlformats.org/drawingml/2006/main" w="1143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80DEC758-11DC-46C4-80D5-E3A4D4AA7269}"/>
              </a:ext>
            </a:extLst>
          </p:cNvPr>
          <p:cNvSpPr>
            <a:spLocks xmlns:a="http://schemas.openxmlformats.org/drawingml/2006/main" noGrp="1"/>
          </p:cNvSpPr>
          <p:nvPr/>
        </p:nvSpPr>
        <p:spPr>
          <a:xfrm xmlns:a="http://schemas.openxmlformats.org/drawingml/2006/main">
            <a:off x="690371" y="379476"/>
            <a:ext cx="118872" cy="118872"/>
          </a:xfrm>
          <a:prstGeom xmlns:a="http://schemas.openxmlformats.org/drawingml/2006/main" prst="ellipse">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Oval 10">
            <a:extLst xmlns:a="http://schemas.openxmlformats.org/drawingml/2006/main">
              <a:ext uri="{FF2B5EF4-FFF2-40B4-BE49-F238E27FC236}">
                <a16:creationId xmlns:a16="http://schemas.microsoft.com/office/drawing/2014/main" id="{2C4B3C54-4E9E-4981-9050-50E37275CC56}"/>
              </a:ext>
            </a:extLst>
          </p:cNvPr>
          <p:cNvSpPr>
            <a:spLocks xmlns:a="http://schemas.openxmlformats.org/drawingml/2006/main" noGrp="1"/>
          </p:cNvSpPr>
          <p:nvPr/>
        </p:nvSpPr>
        <p:spPr>
          <a:xfrm xmlns:a="http://schemas.openxmlformats.org/drawingml/2006/main">
            <a:off x="2404872" y="896112"/>
            <a:ext cx="219456" cy="219456"/>
          </a:xfrm>
          <a:prstGeom xmlns:a="http://schemas.openxmlformats.org/drawingml/2006/main" prst="ellipse">
            <a:avLst/>
          </a:prstGeom>
          <a:solidFill xmlns:a="http://schemas.openxmlformats.org/drawingml/2006/main">
            <a:srgbClr val="E5F4FF"/>
          </a:solidFill>
          <a:ln xmlns:a="http://schemas.openxmlformats.org/drawingml/2006/main" w="1143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14AFCF0D-D5CF-4E1B-8824-C7771C492851}"/>
              </a:ext>
            </a:extLst>
          </p:cNvPr>
          <p:cNvSpPr>
            <a:spLocks xmlns:a="http://schemas.openxmlformats.org/drawingml/2006/main" noGrp="1"/>
          </p:cNvSpPr>
          <p:nvPr/>
        </p:nvSpPr>
        <p:spPr>
          <a:xfrm xmlns:a="http://schemas.openxmlformats.org/drawingml/2006/main">
            <a:off x="2468880" y="960120"/>
            <a:ext cx="91440" cy="91440"/>
          </a:xfrm>
          <a:prstGeom xmlns:a="http://schemas.openxmlformats.org/drawingml/2006/main" prst="ellipse">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Connector 12">
            <a:extLst xmlns:a="http://schemas.openxmlformats.org/drawingml/2006/main">
              <a:ext uri="{FF2B5EF4-FFF2-40B4-BE49-F238E27FC236}">
                <a16:creationId xmlns:a16="http://schemas.microsoft.com/office/drawing/2014/main" id="{B0B6E74F-3E40-4B90-BE23-0DA639BD00D5}"/>
              </a:ext>
            </a:extLst>
          </p:cNvPr>
          <p:cNvSpPr>
            <a:spLocks xmlns:a="http://schemas.openxmlformats.org/drawingml/2006/main" noGrp="1"/>
          </p:cNvSpPr>
          <p:nvPr/>
        </p:nvSpPr>
        <p:spPr>
          <a:xfrm xmlns:a="http://schemas.openxmlformats.org/drawingml/2006/main">
            <a:off x="10241280" y="438912"/>
            <a:ext cx="777240" cy="274320"/>
          </a:xfrm>
          <a:prstGeom xmlns:a="http://schemas.openxmlformats.org/drawingml/2006/main" prst="line">
            <a:avLst/>
          </a:prstGeom>
          <a:ln xmlns:a="http://schemas.openxmlformats.org/drawingml/2006/main" w="10160">
            <a:solidFill>
              <a:srgbClr val="19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F2D89874-1450-4AC8-B165-6D485F979F57}"/>
              </a:ext>
            </a:extLst>
          </p:cNvPr>
          <p:cNvSpPr>
            <a:spLocks xmlns:a="http://schemas.openxmlformats.org/drawingml/2006/main" noGrp="1"/>
          </p:cNvSpPr>
          <p:nvPr/>
        </p:nvSpPr>
        <p:spPr>
          <a:xfrm xmlns:a="http://schemas.openxmlformats.org/drawingml/2006/main" flipV="1">
            <a:off x="11018520" y="182880"/>
            <a:ext cx="1170432" cy="530352"/>
          </a:xfrm>
          <a:prstGeom xmlns:a="http://schemas.openxmlformats.org/drawingml/2006/main" prst="line">
            <a:avLst/>
          </a:prstGeom>
          <a:ln xmlns:a="http://schemas.openxmlformats.org/drawingml/2006/main" w="10160">
            <a:solidFill>
              <a:srgbClr val="1964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A47BCB03-6916-4C77-B8D4-C0CCB6AEA5C7}"/>
              </a:ext>
            </a:extLst>
          </p:cNvPr>
          <p:cNvSpPr>
            <a:spLocks xmlns:a="http://schemas.openxmlformats.org/drawingml/2006/main" noGrp="1"/>
          </p:cNvSpPr>
          <p:nvPr/>
        </p:nvSpPr>
        <p:spPr>
          <a:xfrm xmlns:a="http://schemas.openxmlformats.org/drawingml/2006/main">
            <a:off x="10094976" y="292607"/>
            <a:ext cx="292608" cy="292608"/>
          </a:xfrm>
          <a:prstGeom xmlns:a="http://schemas.openxmlformats.org/drawingml/2006/main" prst="ellipse">
            <a:avLst/>
          </a:prstGeom>
          <a:solidFill xmlns:a="http://schemas.openxmlformats.org/drawingml/2006/main">
            <a:srgbClr val="FFFFFF"/>
          </a:solidFill>
          <a:ln xmlns:a="http://schemas.openxmlformats.org/drawingml/2006/main" w="1143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05653F1A-2376-4887-9D47-4414D9D1C1ED}"/>
              </a:ext>
            </a:extLst>
          </p:cNvPr>
          <p:cNvSpPr>
            <a:spLocks xmlns:a="http://schemas.openxmlformats.org/drawingml/2006/main" noGrp="1"/>
          </p:cNvSpPr>
          <p:nvPr/>
        </p:nvSpPr>
        <p:spPr>
          <a:xfrm xmlns:a="http://schemas.openxmlformats.org/drawingml/2006/main">
            <a:off x="10927080" y="621792"/>
            <a:ext cx="182880" cy="182880"/>
          </a:xfrm>
          <a:prstGeom xmlns:a="http://schemas.openxmlformats.org/drawingml/2006/main" prst="ellipse">
            <a:avLst/>
          </a:prstGeom>
          <a:solidFill xmlns:a="http://schemas.openxmlformats.org/drawingml/2006/main">
            <a:srgbClr val="E5F4FF"/>
          </a:solidFill>
          <a:ln xmlns:a="http://schemas.openxmlformats.org/drawingml/2006/main" w="1016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ounded Rectangle 16">
            <a:extLst xmlns:a="http://schemas.openxmlformats.org/drawingml/2006/main">
              <a:ext uri="{FF2B5EF4-FFF2-40B4-BE49-F238E27FC236}">
                <a16:creationId xmlns:a16="http://schemas.microsoft.com/office/drawing/2014/main" id="{4BE2B27D-BB71-4ADB-A42D-472DED5CD522}"/>
              </a:ext>
            </a:extLst>
          </p:cNvPr>
          <p:cNvSpPr>
            <a:spLocks xmlns:a="http://schemas.openxmlformats.org/drawingml/2006/main" noGrp="1"/>
          </p:cNvSpPr>
          <p:nvPr/>
        </p:nvSpPr>
        <p:spPr>
          <a:xfrm xmlns:a="http://schemas.openxmlformats.org/drawingml/2006/main">
            <a:off x="685800" y="1508760"/>
            <a:ext cx="4709160" cy="3310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9E0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ounded Rectangle 17">
            <a:extLst xmlns:a="http://schemas.openxmlformats.org/drawingml/2006/main">
              <a:ext uri="{FF2B5EF4-FFF2-40B4-BE49-F238E27FC236}">
                <a16:creationId xmlns:a16="http://schemas.microsoft.com/office/drawing/2014/main" id="{18D55616-94C1-43B7-95F4-937949D62A0A}"/>
              </a:ext>
            </a:extLst>
          </p:cNvPr>
          <p:cNvSpPr>
            <a:spLocks xmlns:a="http://schemas.openxmlformats.org/drawingml/2006/main" noGrp="1"/>
          </p:cNvSpPr>
          <p:nvPr/>
        </p:nvSpPr>
        <p:spPr>
          <a:xfrm xmlns:a="http://schemas.openxmlformats.org/drawingml/2006/main">
            <a:off x="5559552" y="1508760"/>
            <a:ext cx="5897880" cy="3310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9E0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ounded Rectangle 18">
            <a:extLst xmlns:a="http://schemas.openxmlformats.org/drawingml/2006/main">
              <a:ext uri="{FF2B5EF4-FFF2-40B4-BE49-F238E27FC236}">
                <a16:creationId xmlns:a16="http://schemas.microsoft.com/office/drawing/2014/main" id="{24D6E6C6-ACB3-4DA4-A46F-AFF9795CDBFE}"/>
              </a:ext>
            </a:extLst>
          </p:cNvPr>
          <p:cNvSpPr>
            <a:spLocks xmlns:a="http://schemas.openxmlformats.org/drawingml/2006/main" noGrp="1"/>
          </p:cNvSpPr>
          <p:nvPr/>
        </p:nvSpPr>
        <p:spPr>
          <a:xfrm xmlns:a="http://schemas.openxmlformats.org/drawingml/2006/main">
            <a:off x="2606040" y="1399032"/>
            <a:ext cx="1554480" cy="292608"/>
          </a:xfrm>
          <a:prstGeom xmlns:a="http://schemas.openxmlformats.org/drawingml/2006/main" prst="roundRect">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34FD71AC-D4CA-4E52-8C1E-353D048C81BE}"/>
              </a:ext>
            </a:extLst>
          </p:cNvPr>
          <p:cNvSpPr>
            <a:spLocks xmlns:a="http://schemas.openxmlformats.org/drawingml/2006/main" noGrp="1"/>
          </p:cNvSpPr>
          <p:nvPr/>
        </p:nvSpPr>
        <p:spPr>
          <a:xfrm xmlns:a="http://schemas.openxmlformats.org/drawingml/2006/main">
            <a:off x="2606040" y="1426464"/>
            <a:ext cx="155448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919" b="1">
                <a:solidFill>
                  <a:srgbClr val="FFFFFF"/>
                </a:solidFill>
                <a:latin typeface="Arial"/>
                <a:ea typeface="Arial"/>
                <a:cs typeface="Arial"/>
              </a:rPr>
              <a:t>TỶ LỆ PASS / FAIL</a:t>
            </a:r>
          </a:p>
        </p:txBody>
      </p:sp>
      <p:sp>
        <p:nvSpPr>
          <p:cNvPr id="21" name="Rounded Rectangle 20">
            <a:extLst xmlns:a="http://schemas.openxmlformats.org/drawingml/2006/main">
              <a:ext uri="{FF2B5EF4-FFF2-40B4-BE49-F238E27FC236}">
                <a16:creationId xmlns:a16="http://schemas.microsoft.com/office/drawing/2014/main" id="{4F4A92E6-64F7-4C70-99C6-1C396F6D42E5}"/>
              </a:ext>
            </a:extLst>
          </p:cNvPr>
          <p:cNvSpPr>
            <a:spLocks xmlns:a="http://schemas.openxmlformats.org/drawingml/2006/main" noGrp="1"/>
          </p:cNvSpPr>
          <p:nvPr/>
        </p:nvSpPr>
        <p:spPr>
          <a:xfrm xmlns:a="http://schemas.openxmlformats.org/drawingml/2006/main">
            <a:off x="6784848" y="1399032"/>
            <a:ext cx="3429000" cy="292608"/>
          </a:xfrm>
          <a:prstGeom xmlns:a="http://schemas.openxmlformats.org/drawingml/2006/main" prst="roundRect">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9D128E5A-953D-43F9-B7A0-7A6D9DC57723}"/>
              </a:ext>
            </a:extLst>
          </p:cNvPr>
          <p:cNvSpPr>
            <a:spLocks xmlns:a="http://schemas.openxmlformats.org/drawingml/2006/main" noGrp="1"/>
          </p:cNvSpPr>
          <p:nvPr/>
        </p:nvSpPr>
        <p:spPr>
          <a:xfrm xmlns:a="http://schemas.openxmlformats.org/drawingml/2006/main">
            <a:off x="6784848" y="1426464"/>
            <a:ext cx="342900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850" b="1">
                <a:solidFill>
                  <a:srgbClr val="FFFFFF"/>
                </a:solidFill>
                <a:latin typeface="Arial"/>
                <a:ea typeface="Arial"/>
                <a:cs typeface="Arial"/>
              </a:rPr>
              <a:t>SỐ LƯỢNG TEST CASE THEO NGƯỜI THỰC HIỆN</a:t>
            </a:r>
          </a:p>
        </p:txBody>
      </p:sp>
      <p:sp>
        <p:nvSpPr>
          <p:cNvPr id="23" name="TextBox 22">
            <a:extLst xmlns:a="http://schemas.openxmlformats.org/drawingml/2006/main">
              <a:ext uri="{FF2B5EF4-FFF2-40B4-BE49-F238E27FC236}">
                <a16:creationId xmlns:a16="http://schemas.microsoft.com/office/drawing/2014/main" id="{BE3C25ED-6C6D-49CD-A6D8-93CA42742D83}"/>
              </a:ext>
            </a:extLst>
          </p:cNvPr>
          <p:cNvSpPr>
            <a:spLocks xmlns:a="http://schemas.openxmlformats.org/drawingml/2006/main" noGrp="1"/>
          </p:cNvSpPr>
          <p:nvPr/>
        </p:nvSpPr>
        <p:spPr>
          <a:xfrm xmlns:a="http://schemas.openxmlformats.org/drawingml/2006/main">
            <a:off x="2176272" y="1828800"/>
            <a:ext cx="1691640" cy="29260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700" b="1">
                <a:solidFill>
                  <a:srgbClr val="141414"/>
                </a:solidFill>
                <a:latin typeface="Arial"/>
                <a:ea typeface="Arial"/>
                <a:cs typeface="Arial"/>
              </a:rPr>
              <a:t>Kết quả</a:t>
            </a:r>
          </a:p>
        </p:txBody>
      </p:sp>
      <p:sp>
        <p:nvSpPr>
          <p:cNvPr id="24" name="TextBox 23">
            <a:extLst xmlns:a="http://schemas.openxmlformats.org/drawingml/2006/main">
              <a:ext uri="{FF2B5EF4-FFF2-40B4-BE49-F238E27FC236}">
                <a16:creationId xmlns:a16="http://schemas.microsoft.com/office/drawing/2014/main" id="{6BDFB6E2-8004-4CAA-99D2-F5CC5C3D3115}"/>
              </a:ext>
            </a:extLst>
          </p:cNvPr>
          <p:cNvSpPr>
            <a:spLocks xmlns:a="http://schemas.openxmlformats.org/drawingml/2006/main" noGrp="1"/>
          </p:cNvSpPr>
          <p:nvPr/>
        </p:nvSpPr>
        <p:spPr>
          <a:xfrm xmlns:a="http://schemas.openxmlformats.org/drawingml/2006/main">
            <a:off x="6537960" y="1828800"/>
            <a:ext cx="1691640" cy="29260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700" b="1">
                <a:solidFill>
                  <a:srgbClr val="141414"/>
                </a:solidFill>
                <a:latin typeface="Arial"/>
                <a:ea typeface="Arial"/>
                <a:cs typeface="Arial"/>
              </a:rPr>
              <a:t>Test case</a:t>
            </a:r>
          </a:p>
        </p:txBody>
      </p:sp>
      <p:graphicFrame>
        <p:nvGraphicFramePr>
          <p:cNvPr id="92" name="Chart 24"/>
          <p:cNvGraphicFramePr/>
          <p:nvPr/>
        </p:nvGraphicFramePr>
        <p:xfrm>
          <a:off xmlns:a="http://schemas.openxmlformats.org/drawingml/2006/main" x="1572768" y="2212848"/>
          <a:ext xmlns:a="http://schemas.openxmlformats.org/drawingml/2006/main" cx="2971800" cy="1920240"/>
        </p:xfrm>
        <a:graphic xmlns:a="http://schemas.openxmlformats.org/drawingml/2006/main">
          <a:graphicData uri="http://schemas.openxmlformats.org/drawingml/2006/chart">
            <c:chart xmlns:r="http://schemas.openxmlformats.org/officeDocument/2006/relationships" xmlns:c="http://schemas.openxmlformats.org/drawingml/2006/chart" r:id="R11f4e3e36f8349f3"/>
          </a:graphicData>
        </a:graphic>
      </p:graphicFrame>
      <p:sp>
        <p:nvSpPr>
          <p:cNvPr id="26" name="Oval 25">
            <a:extLst xmlns:a="http://schemas.openxmlformats.org/drawingml/2006/main">
              <a:ext uri="{FF2B5EF4-FFF2-40B4-BE49-F238E27FC236}">
                <a16:creationId xmlns:a16="http://schemas.microsoft.com/office/drawing/2014/main" id="{EE005F22-0FF7-4225-85B1-7AF45D9FD0C9}"/>
              </a:ext>
            </a:extLst>
          </p:cNvPr>
          <p:cNvSpPr>
            <a:spLocks xmlns:a="http://schemas.openxmlformats.org/drawingml/2006/main" noGrp="1"/>
          </p:cNvSpPr>
          <p:nvPr/>
        </p:nvSpPr>
        <p:spPr>
          <a:xfrm xmlns:a="http://schemas.openxmlformats.org/drawingml/2006/main">
            <a:off x="1101852" y="4302252"/>
            <a:ext cx="137160" cy="137160"/>
          </a:xfrm>
          <a:prstGeom xmlns:a="http://schemas.openxmlformats.org/drawingml/2006/main" prst="ellipse">
            <a:avLst/>
          </a:prstGeom>
          <a:solidFill xmlns:a="http://schemas.openxmlformats.org/drawingml/2006/main">
            <a:srgbClr val="32B25C"/>
          </a:solidFill>
          <a:ln xmlns:a="http://schemas.openxmlformats.org/drawingml/2006/main" w="2540">
            <a:solidFill>
              <a:srgbClr val="32B2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4B8BE5DF-F1B3-469C-9880-6F2F18908ABC}"/>
              </a:ext>
            </a:extLst>
          </p:cNvPr>
          <p:cNvSpPr>
            <a:spLocks xmlns:a="http://schemas.openxmlformats.org/drawingml/2006/main" noGrp="1"/>
          </p:cNvSpPr>
          <p:nvPr/>
        </p:nvSpPr>
        <p:spPr>
          <a:xfrm xmlns:a="http://schemas.openxmlformats.org/drawingml/2006/main">
            <a:off x="1371600" y="4251960"/>
            <a:ext cx="50292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82B67"/>
                </a:solidFill>
                <a:latin typeface="Arial"/>
                <a:ea typeface="Arial"/>
                <a:cs typeface="Arial"/>
              </a:rPr>
              <a:t>Pass</a:t>
            </a:r>
          </a:p>
        </p:txBody>
      </p:sp>
      <p:sp>
        <p:nvSpPr>
          <p:cNvPr id="28" name="TextBox 27">
            <a:extLst xmlns:a="http://schemas.openxmlformats.org/drawingml/2006/main">
              <a:ext uri="{FF2B5EF4-FFF2-40B4-BE49-F238E27FC236}">
                <a16:creationId xmlns:a16="http://schemas.microsoft.com/office/drawing/2014/main" id="{F6FBE46E-9DD2-4A43-8B36-AEE8B229A068}"/>
              </a:ext>
            </a:extLst>
          </p:cNvPr>
          <p:cNvSpPr>
            <a:spLocks xmlns:a="http://schemas.openxmlformats.org/drawingml/2006/main" noGrp="1"/>
          </p:cNvSpPr>
          <p:nvPr/>
        </p:nvSpPr>
        <p:spPr>
          <a:xfrm xmlns:a="http://schemas.openxmlformats.org/drawingml/2006/main">
            <a:off x="1847088" y="4224528"/>
            <a:ext cx="68580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500" b="1">
                <a:solidFill>
                  <a:srgbClr val="32B25C"/>
                </a:solidFill>
                <a:latin typeface="Arial"/>
                <a:ea typeface="Arial"/>
                <a:cs typeface="Arial"/>
              </a:rPr>
              <a:t>83.5%</a:t>
            </a:r>
          </a:p>
        </p:txBody>
      </p:sp>
      <p:sp>
        <p:nvSpPr>
          <p:cNvPr id="29" name="Oval 28">
            <a:extLst xmlns:a="http://schemas.openxmlformats.org/drawingml/2006/main">
              <a:ext uri="{FF2B5EF4-FFF2-40B4-BE49-F238E27FC236}">
                <a16:creationId xmlns:a16="http://schemas.microsoft.com/office/drawing/2014/main" id="{5AD16D7E-2BD1-46CA-9DCD-093C3E82FF4A}"/>
              </a:ext>
            </a:extLst>
          </p:cNvPr>
          <p:cNvSpPr>
            <a:spLocks xmlns:a="http://schemas.openxmlformats.org/drawingml/2006/main" noGrp="1"/>
          </p:cNvSpPr>
          <p:nvPr/>
        </p:nvSpPr>
        <p:spPr>
          <a:xfrm xmlns:a="http://schemas.openxmlformats.org/drawingml/2006/main">
            <a:off x="2903220" y="4302252"/>
            <a:ext cx="137160" cy="137160"/>
          </a:xfrm>
          <a:prstGeom xmlns:a="http://schemas.openxmlformats.org/drawingml/2006/main" prst="ellipse">
            <a:avLst/>
          </a:prstGeom>
          <a:solidFill xmlns:a="http://schemas.openxmlformats.org/drawingml/2006/main">
            <a:srgbClr val="F43B30"/>
          </a:solidFill>
          <a:ln xmlns:a="http://schemas.openxmlformats.org/drawingml/2006/main" w="2540">
            <a:solidFill>
              <a:srgbClr val="F43B3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5B0EEB92-2DBB-4D64-A892-191B14AEBD84}"/>
              </a:ext>
            </a:extLst>
          </p:cNvPr>
          <p:cNvSpPr>
            <a:spLocks xmlns:a="http://schemas.openxmlformats.org/drawingml/2006/main" noGrp="1"/>
          </p:cNvSpPr>
          <p:nvPr/>
        </p:nvSpPr>
        <p:spPr>
          <a:xfrm xmlns:a="http://schemas.openxmlformats.org/drawingml/2006/main">
            <a:off x="3182112" y="4251960"/>
            <a:ext cx="45720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82B67"/>
                </a:solidFill>
                <a:latin typeface="Arial"/>
                <a:ea typeface="Arial"/>
                <a:cs typeface="Arial"/>
              </a:rPr>
              <a:t>Fail</a:t>
            </a:r>
          </a:p>
        </p:txBody>
      </p:sp>
      <p:sp>
        <p:nvSpPr>
          <p:cNvPr id="31" name="TextBox 30">
            <a:extLst xmlns:a="http://schemas.openxmlformats.org/drawingml/2006/main">
              <a:ext uri="{FF2B5EF4-FFF2-40B4-BE49-F238E27FC236}">
                <a16:creationId xmlns:a16="http://schemas.microsoft.com/office/drawing/2014/main" id="{FE876AAC-EC96-4D9D-BD8B-E0F5ACD60B29}"/>
              </a:ext>
            </a:extLst>
          </p:cNvPr>
          <p:cNvSpPr>
            <a:spLocks xmlns:a="http://schemas.openxmlformats.org/drawingml/2006/main" noGrp="1"/>
          </p:cNvSpPr>
          <p:nvPr/>
        </p:nvSpPr>
        <p:spPr>
          <a:xfrm xmlns:a="http://schemas.openxmlformats.org/drawingml/2006/main">
            <a:off x="3657600" y="4224528"/>
            <a:ext cx="68580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500" b="1">
                <a:solidFill>
                  <a:srgbClr val="F43B30"/>
                </a:solidFill>
                <a:latin typeface="Arial"/>
                <a:ea typeface="Arial"/>
                <a:cs typeface="Arial"/>
              </a:rPr>
              <a:t>16.5%</a:t>
            </a:r>
          </a:p>
        </p:txBody>
      </p:sp>
      <p:graphicFrame>
        <p:nvGraphicFramePr>
          <p:cNvPr id="99" name="Chart 31"/>
          <p:cNvGraphicFramePr/>
          <p:nvPr/>
        </p:nvGraphicFramePr>
        <p:xfrm>
          <a:off xmlns:a="http://schemas.openxmlformats.org/drawingml/2006/main" x="5943600" y="2240280"/>
          <a:ext xmlns:a="http://schemas.openxmlformats.org/drawingml/2006/main" cx="2880360" cy="1965960"/>
        </p:xfrm>
        <a:graphic xmlns:a="http://schemas.openxmlformats.org/drawingml/2006/main">
          <a:graphicData uri="http://schemas.openxmlformats.org/drawingml/2006/chart">
            <c:chart xmlns:r="http://schemas.openxmlformats.org/officeDocument/2006/relationships" xmlns:c="http://schemas.openxmlformats.org/drawingml/2006/chart" r:id="R77499cac6ba94ac9"/>
          </a:graphicData>
        </a:graphic>
      </p:graphicFrame>
      <p:sp>
        <p:nvSpPr>
          <p:cNvPr id="33" name="Oval 32">
            <a:extLst xmlns:a="http://schemas.openxmlformats.org/drawingml/2006/main">
              <a:ext uri="{FF2B5EF4-FFF2-40B4-BE49-F238E27FC236}">
                <a16:creationId xmlns:a16="http://schemas.microsoft.com/office/drawing/2014/main" id="{1FBF1093-2C75-497F-90F7-725BD5629933}"/>
              </a:ext>
            </a:extLst>
          </p:cNvPr>
          <p:cNvSpPr>
            <a:spLocks xmlns:a="http://schemas.openxmlformats.org/drawingml/2006/main" noGrp="1"/>
          </p:cNvSpPr>
          <p:nvPr/>
        </p:nvSpPr>
        <p:spPr>
          <a:xfrm xmlns:a="http://schemas.openxmlformats.org/drawingml/2006/main">
            <a:off x="9047988" y="1988819"/>
            <a:ext cx="100584" cy="100584"/>
          </a:xfrm>
          <a:prstGeom xmlns:a="http://schemas.openxmlformats.org/drawingml/2006/main" prst="ellipse">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E4869383-817A-46FF-AA0F-A4F70C7CDF20}"/>
              </a:ext>
            </a:extLst>
          </p:cNvPr>
          <p:cNvSpPr>
            <a:spLocks xmlns:a="http://schemas.openxmlformats.org/drawingml/2006/main" noGrp="1"/>
          </p:cNvSpPr>
          <p:nvPr/>
        </p:nvSpPr>
        <p:spPr>
          <a:xfrm xmlns:a="http://schemas.openxmlformats.org/drawingml/2006/main">
            <a:off x="9290304" y="1938528"/>
            <a:ext cx="141732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20" b="0">
                <a:solidFill>
                  <a:srgbClr val="082B67"/>
                </a:solidFill>
                <a:latin typeface="Arial"/>
                <a:ea typeface="Arial"/>
                <a:cs typeface="Arial"/>
              </a:rPr>
              <a:t>Trần Quốc Phong</a:t>
            </a:r>
          </a:p>
        </p:txBody>
      </p:sp>
      <p:sp>
        <p:nvSpPr>
          <p:cNvPr id="35" name="TextBox 34">
            <a:extLst xmlns:a="http://schemas.openxmlformats.org/drawingml/2006/main">
              <a:ext uri="{FF2B5EF4-FFF2-40B4-BE49-F238E27FC236}">
                <a16:creationId xmlns:a16="http://schemas.microsoft.com/office/drawing/2014/main" id="{5ACB68C9-7603-4E8C-8F9E-2248677763FF}"/>
              </a:ext>
            </a:extLst>
          </p:cNvPr>
          <p:cNvSpPr>
            <a:spLocks xmlns:a="http://schemas.openxmlformats.org/drawingml/2006/main" noGrp="1"/>
          </p:cNvSpPr>
          <p:nvPr/>
        </p:nvSpPr>
        <p:spPr>
          <a:xfrm xmlns:a="http://schemas.openxmlformats.org/drawingml/2006/main">
            <a:off x="10716768" y="1938528"/>
            <a:ext cx="475488"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720" b="1">
                <a:solidFill>
                  <a:srgbClr val="082B67"/>
                </a:solidFill>
                <a:latin typeface="Arial"/>
                <a:ea typeface="Arial"/>
                <a:cs typeface="Arial"/>
              </a:rPr>
              <a:t>13.1%</a:t>
            </a:r>
          </a:p>
        </p:txBody>
      </p:sp>
      <p:sp>
        <p:nvSpPr>
          <p:cNvPr id="36" name="Oval 35">
            <a:extLst xmlns:a="http://schemas.openxmlformats.org/drawingml/2006/main">
              <a:ext uri="{FF2B5EF4-FFF2-40B4-BE49-F238E27FC236}">
                <a16:creationId xmlns:a16="http://schemas.microsoft.com/office/drawing/2014/main" id="{1EBBE216-2846-4EF6-AD4A-1AAAA99559AD}"/>
              </a:ext>
            </a:extLst>
          </p:cNvPr>
          <p:cNvSpPr>
            <a:spLocks xmlns:a="http://schemas.openxmlformats.org/drawingml/2006/main" noGrp="1"/>
          </p:cNvSpPr>
          <p:nvPr/>
        </p:nvSpPr>
        <p:spPr>
          <a:xfrm xmlns:a="http://schemas.openxmlformats.org/drawingml/2006/main">
            <a:off x="9047988" y="2345436"/>
            <a:ext cx="100584" cy="100584"/>
          </a:xfrm>
          <a:prstGeom xmlns:a="http://schemas.openxmlformats.org/drawingml/2006/main" prst="ellipse">
            <a:avLst/>
          </a:prstGeom>
          <a:solidFill xmlns:a="http://schemas.openxmlformats.org/drawingml/2006/main">
            <a:srgbClr val="F43B30"/>
          </a:solidFill>
          <a:ln xmlns:a="http://schemas.openxmlformats.org/drawingml/2006/main" w="2540">
            <a:solidFill>
              <a:srgbClr val="F43B3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80CD53AA-501A-4720-A4B2-97BDFD6D895E}"/>
              </a:ext>
            </a:extLst>
          </p:cNvPr>
          <p:cNvSpPr>
            <a:spLocks xmlns:a="http://schemas.openxmlformats.org/drawingml/2006/main" noGrp="1"/>
          </p:cNvSpPr>
          <p:nvPr/>
        </p:nvSpPr>
        <p:spPr>
          <a:xfrm xmlns:a="http://schemas.openxmlformats.org/drawingml/2006/main">
            <a:off x="9290304" y="2295144"/>
            <a:ext cx="141732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20" b="0">
                <a:solidFill>
                  <a:srgbClr val="082B67"/>
                </a:solidFill>
                <a:latin typeface="Arial"/>
                <a:ea typeface="Arial"/>
                <a:cs typeface="Arial"/>
              </a:rPr>
              <a:t>Y Đăng Niê</a:t>
            </a:r>
          </a:p>
        </p:txBody>
      </p:sp>
      <p:sp>
        <p:nvSpPr>
          <p:cNvPr id="38" name="TextBox 37">
            <a:extLst xmlns:a="http://schemas.openxmlformats.org/drawingml/2006/main">
              <a:ext uri="{FF2B5EF4-FFF2-40B4-BE49-F238E27FC236}">
                <a16:creationId xmlns:a16="http://schemas.microsoft.com/office/drawing/2014/main" id="{FCB31214-7865-47AD-BC7C-47863B5B4FE5}"/>
              </a:ext>
            </a:extLst>
          </p:cNvPr>
          <p:cNvSpPr>
            <a:spLocks xmlns:a="http://schemas.openxmlformats.org/drawingml/2006/main" noGrp="1"/>
          </p:cNvSpPr>
          <p:nvPr/>
        </p:nvSpPr>
        <p:spPr>
          <a:xfrm xmlns:a="http://schemas.openxmlformats.org/drawingml/2006/main">
            <a:off x="10716768" y="2295144"/>
            <a:ext cx="475488"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720" b="1">
                <a:solidFill>
                  <a:srgbClr val="082B67"/>
                </a:solidFill>
                <a:latin typeface="Arial"/>
                <a:ea typeface="Arial"/>
                <a:cs typeface="Arial"/>
              </a:rPr>
              <a:t>12.4%</a:t>
            </a:r>
          </a:p>
        </p:txBody>
      </p:sp>
      <p:sp>
        <p:nvSpPr>
          <p:cNvPr id="39" name="Oval 38">
            <a:extLst xmlns:a="http://schemas.openxmlformats.org/drawingml/2006/main">
              <a:ext uri="{FF2B5EF4-FFF2-40B4-BE49-F238E27FC236}">
                <a16:creationId xmlns:a16="http://schemas.microsoft.com/office/drawing/2014/main" id="{9F55BBD4-A276-49E2-BE26-6BB351134A2B}"/>
              </a:ext>
            </a:extLst>
          </p:cNvPr>
          <p:cNvSpPr>
            <a:spLocks xmlns:a="http://schemas.openxmlformats.org/drawingml/2006/main" noGrp="1"/>
          </p:cNvSpPr>
          <p:nvPr/>
        </p:nvSpPr>
        <p:spPr>
          <a:xfrm xmlns:a="http://schemas.openxmlformats.org/drawingml/2006/main">
            <a:off x="9047988" y="2702051"/>
            <a:ext cx="100584" cy="100584"/>
          </a:xfrm>
          <a:prstGeom xmlns:a="http://schemas.openxmlformats.org/drawingml/2006/main" prst="ellipse">
            <a:avLst/>
          </a:prstGeom>
          <a:solidFill xmlns:a="http://schemas.openxmlformats.org/drawingml/2006/main">
            <a:srgbClr val="FFB80C"/>
          </a:solidFill>
          <a:ln xmlns:a="http://schemas.openxmlformats.org/drawingml/2006/main" w="2540">
            <a:solidFill>
              <a:srgbClr val="FFB80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6220D3E3-76DB-4D2B-94EA-B400330D0886}"/>
              </a:ext>
            </a:extLst>
          </p:cNvPr>
          <p:cNvSpPr>
            <a:spLocks xmlns:a="http://schemas.openxmlformats.org/drawingml/2006/main" noGrp="1"/>
          </p:cNvSpPr>
          <p:nvPr/>
        </p:nvSpPr>
        <p:spPr>
          <a:xfrm xmlns:a="http://schemas.openxmlformats.org/drawingml/2006/main">
            <a:off x="9290304" y="2651760"/>
            <a:ext cx="141732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20" b="0">
                <a:solidFill>
                  <a:srgbClr val="082B67"/>
                </a:solidFill>
                <a:latin typeface="Arial"/>
                <a:ea typeface="Arial"/>
                <a:cs typeface="Arial"/>
              </a:rPr>
              <a:t>Y Pak Ayun</a:t>
            </a:r>
          </a:p>
        </p:txBody>
      </p:sp>
      <p:sp>
        <p:nvSpPr>
          <p:cNvPr id="41" name="TextBox 40">
            <a:extLst xmlns:a="http://schemas.openxmlformats.org/drawingml/2006/main">
              <a:ext uri="{FF2B5EF4-FFF2-40B4-BE49-F238E27FC236}">
                <a16:creationId xmlns:a16="http://schemas.microsoft.com/office/drawing/2014/main" id="{7E821BE2-C535-4B29-9114-7711E78305FA}"/>
              </a:ext>
            </a:extLst>
          </p:cNvPr>
          <p:cNvSpPr>
            <a:spLocks xmlns:a="http://schemas.openxmlformats.org/drawingml/2006/main" noGrp="1"/>
          </p:cNvSpPr>
          <p:nvPr/>
        </p:nvSpPr>
        <p:spPr>
          <a:xfrm xmlns:a="http://schemas.openxmlformats.org/drawingml/2006/main">
            <a:off x="10716768" y="2651760"/>
            <a:ext cx="475488"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720" b="1">
                <a:solidFill>
                  <a:srgbClr val="082B67"/>
                </a:solidFill>
                <a:latin typeface="Arial"/>
                <a:ea typeface="Arial"/>
                <a:cs typeface="Arial"/>
              </a:rPr>
              <a:t>10.9%</a:t>
            </a:r>
          </a:p>
        </p:txBody>
      </p:sp>
      <p:sp>
        <p:nvSpPr>
          <p:cNvPr id="42" name="Oval 41">
            <a:extLst xmlns:a="http://schemas.openxmlformats.org/drawingml/2006/main">
              <a:ext uri="{FF2B5EF4-FFF2-40B4-BE49-F238E27FC236}">
                <a16:creationId xmlns:a16="http://schemas.microsoft.com/office/drawing/2014/main" id="{9E0E111B-DDEA-40E9-9304-F84827AE046F}"/>
              </a:ext>
            </a:extLst>
          </p:cNvPr>
          <p:cNvSpPr>
            <a:spLocks xmlns:a="http://schemas.openxmlformats.org/drawingml/2006/main" noGrp="1"/>
          </p:cNvSpPr>
          <p:nvPr/>
        </p:nvSpPr>
        <p:spPr>
          <a:xfrm xmlns:a="http://schemas.openxmlformats.org/drawingml/2006/main">
            <a:off x="9047988" y="3058668"/>
            <a:ext cx="100584" cy="100584"/>
          </a:xfrm>
          <a:prstGeom xmlns:a="http://schemas.openxmlformats.org/drawingml/2006/main" prst="ellipse">
            <a:avLst/>
          </a:prstGeom>
          <a:solidFill xmlns:a="http://schemas.openxmlformats.org/drawingml/2006/main">
            <a:srgbClr val="32B25C"/>
          </a:solidFill>
          <a:ln xmlns:a="http://schemas.openxmlformats.org/drawingml/2006/main" w="2540">
            <a:solidFill>
              <a:srgbClr val="32B25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FD7F9BC1-F183-4569-A81C-0199BDC361B3}"/>
              </a:ext>
            </a:extLst>
          </p:cNvPr>
          <p:cNvSpPr>
            <a:spLocks xmlns:a="http://schemas.openxmlformats.org/drawingml/2006/main" noGrp="1"/>
          </p:cNvSpPr>
          <p:nvPr/>
        </p:nvSpPr>
        <p:spPr>
          <a:xfrm xmlns:a="http://schemas.openxmlformats.org/drawingml/2006/main">
            <a:off x="9290304" y="3008376"/>
            <a:ext cx="141732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20" b="0">
                <a:solidFill>
                  <a:srgbClr val="082B67"/>
                </a:solidFill>
                <a:latin typeface="Arial"/>
                <a:ea typeface="Arial"/>
                <a:cs typeface="Arial"/>
              </a:rPr>
              <a:t>Lê Ngọc Tài</a:t>
            </a:r>
          </a:p>
        </p:txBody>
      </p:sp>
      <p:sp>
        <p:nvSpPr>
          <p:cNvPr id="44" name="TextBox 43">
            <a:extLst xmlns:a="http://schemas.openxmlformats.org/drawingml/2006/main">
              <a:ext uri="{FF2B5EF4-FFF2-40B4-BE49-F238E27FC236}">
                <a16:creationId xmlns:a16="http://schemas.microsoft.com/office/drawing/2014/main" id="{D91EE693-EE8E-4107-99E9-84CF557C8D59}"/>
              </a:ext>
            </a:extLst>
          </p:cNvPr>
          <p:cNvSpPr>
            <a:spLocks xmlns:a="http://schemas.openxmlformats.org/drawingml/2006/main" noGrp="1"/>
          </p:cNvSpPr>
          <p:nvPr/>
        </p:nvSpPr>
        <p:spPr>
          <a:xfrm xmlns:a="http://schemas.openxmlformats.org/drawingml/2006/main">
            <a:off x="10716768" y="3008376"/>
            <a:ext cx="475488"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720" b="1">
                <a:solidFill>
                  <a:srgbClr val="082B67"/>
                </a:solidFill>
                <a:latin typeface="Arial"/>
                <a:ea typeface="Arial"/>
                <a:cs typeface="Arial"/>
              </a:rPr>
              <a:t>16.6%</a:t>
            </a:r>
          </a:p>
        </p:txBody>
      </p:sp>
      <p:sp>
        <p:nvSpPr>
          <p:cNvPr id="45" name="Oval 44">
            <a:extLst xmlns:a="http://schemas.openxmlformats.org/drawingml/2006/main">
              <a:ext uri="{FF2B5EF4-FFF2-40B4-BE49-F238E27FC236}">
                <a16:creationId xmlns:a16="http://schemas.microsoft.com/office/drawing/2014/main" id="{26B5B549-00B0-4DFF-B3B1-A8AD6BB4B6D8}"/>
              </a:ext>
            </a:extLst>
          </p:cNvPr>
          <p:cNvSpPr>
            <a:spLocks xmlns:a="http://schemas.openxmlformats.org/drawingml/2006/main" noGrp="1"/>
          </p:cNvSpPr>
          <p:nvPr/>
        </p:nvSpPr>
        <p:spPr>
          <a:xfrm xmlns:a="http://schemas.openxmlformats.org/drawingml/2006/main">
            <a:off x="9047988" y="3415284"/>
            <a:ext cx="100584" cy="100584"/>
          </a:xfrm>
          <a:prstGeom xmlns:a="http://schemas.openxmlformats.org/drawingml/2006/main" prst="ellipse">
            <a:avLst/>
          </a:prstGeom>
          <a:solidFill xmlns:a="http://schemas.openxmlformats.org/drawingml/2006/main">
            <a:srgbClr val="FF7000"/>
          </a:solidFill>
          <a:ln xmlns:a="http://schemas.openxmlformats.org/drawingml/2006/main" w="2540">
            <a:solidFill>
              <a:srgbClr val="FF70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TextBox 45">
            <a:extLst xmlns:a="http://schemas.openxmlformats.org/drawingml/2006/main">
              <a:ext uri="{FF2B5EF4-FFF2-40B4-BE49-F238E27FC236}">
                <a16:creationId xmlns:a16="http://schemas.microsoft.com/office/drawing/2014/main" id="{42529E74-11F9-469F-B734-1BEB02CE6337}"/>
              </a:ext>
            </a:extLst>
          </p:cNvPr>
          <p:cNvSpPr>
            <a:spLocks xmlns:a="http://schemas.openxmlformats.org/drawingml/2006/main" noGrp="1"/>
          </p:cNvSpPr>
          <p:nvPr/>
        </p:nvSpPr>
        <p:spPr>
          <a:xfrm xmlns:a="http://schemas.openxmlformats.org/drawingml/2006/main">
            <a:off x="9290304" y="3364992"/>
            <a:ext cx="141732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20" b="0">
                <a:solidFill>
                  <a:srgbClr val="082B67"/>
                </a:solidFill>
                <a:latin typeface="Arial"/>
                <a:ea typeface="Arial"/>
                <a:cs typeface="Arial"/>
              </a:rPr>
              <a:t>Quách Đức Thành</a:t>
            </a:r>
          </a:p>
        </p:txBody>
      </p:sp>
      <p:sp>
        <p:nvSpPr>
          <p:cNvPr id="47" name="TextBox 46">
            <a:extLst xmlns:a="http://schemas.openxmlformats.org/drawingml/2006/main">
              <a:ext uri="{FF2B5EF4-FFF2-40B4-BE49-F238E27FC236}">
                <a16:creationId xmlns:a16="http://schemas.microsoft.com/office/drawing/2014/main" id="{07F15711-9056-4835-83BC-18E066163C31}"/>
              </a:ext>
            </a:extLst>
          </p:cNvPr>
          <p:cNvSpPr>
            <a:spLocks xmlns:a="http://schemas.openxmlformats.org/drawingml/2006/main" noGrp="1"/>
          </p:cNvSpPr>
          <p:nvPr/>
        </p:nvSpPr>
        <p:spPr>
          <a:xfrm xmlns:a="http://schemas.openxmlformats.org/drawingml/2006/main">
            <a:off x="10716768" y="3364992"/>
            <a:ext cx="475488"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720" b="1">
                <a:solidFill>
                  <a:srgbClr val="082B67"/>
                </a:solidFill>
                <a:latin typeface="Arial"/>
                <a:ea typeface="Arial"/>
                <a:cs typeface="Arial"/>
              </a:rPr>
              <a:t>12.2%</a:t>
            </a:r>
          </a:p>
        </p:txBody>
      </p:sp>
      <p:sp>
        <p:nvSpPr>
          <p:cNvPr id="48" name="Oval 47">
            <a:extLst xmlns:a="http://schemas.openxmlformats.org/drawingml/2006/main">
              <a:ext uri="{FF2B5EF4-FFF2-40B4-BE49-F238E27FC236}">
                <a16:creationId xmlns:a16="http://schemas.microsoft.com/office/drawing/2014/main" id="{544F8F52-A357-490D-83E4-B9D4EA622694}"/>
              </a:ext>
            </a:extLst>
          </p:cNvPr>
          <p:cNvSpPr>
            <a:spLocks xmlns:a="http://schemas.openxmlformats.org/drawingml/2006/main" noGrp="1"/>
          </p:cNvSpPr>
          <p:nvPr/>
        </p:nvSpPr>
        <p:spPr>
          <a:xfrm xmlns:a="http://schemas.openxmlformats.org/drawingml/2006/main">
            <a:off x="9047988" y="3771900"/>
            <a:ext cx="100584" cy="100584"/>
          </a:xfrm>
          <a:prstGeom xmlns:a="http://schemas.openxmlformats.org/drawingml/2006/main" prst="ellipse">
            <a:avLst/>
          </a:prstGeom>
          <a:solidFill xmlns:a="http://schemas.openxmlformats.org/drawingml/2006/main">
            <a:srgbClr val="44B8BF"/>
          </a:solidFill>
          <a:ln xmlns:a="http://schemas.openxmlformats.org/drawingml/2006/main" w="2540">
            <a:solidFill>
              <a:srgbClr val="44B8B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9F82D81F-60A9-488A-8957-506ACDF5FE75}"/>
              </a:ext>
            </a:extLst>
          </p:cNvPr>
          <p:cNvSpPr>
            <a:spLocks xmlns:a="http://schemas.openxmlformats.org/drawingml/2006/main" noGrp="1"/>
          </p:cNvSpPr>
          <p:nvPr/>
        </p:nvSpPr>
        <p:spPr>
          <a:xfrm xmlns:a="http://schemas.openxmlformats.org/drawingml/2006/main">
            <a:off x="9290304" y="3721607"/>
            <a:ext cx="141732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20" b="0">
                <a:solidFill>
                  <a:srgbClr val="082B67"/>
                </a:solidFill>
                <a:latin typeface="Arial"/>
                <a:ea typeface="Arial"/>
                <a:cs typeface="Arial"/>
              </a:rPr>
              <a:t>Lạc Mạnh Quân Êban</a:t>
            </a:r>
          </a:p>
        </p:txBody>
      </p:sp>
      <p:sp>
        <p:nvSpPr>
          <p:cNvPr id="50" name="TextBox 49">
            <a:extLst xmlns:a="http://schemas.openxmlformats.org/drawingml/2006/main">
              <a:ext uri="{FF2B5EF4-FFF2-40B4-BE49-F238E27FC236}">
                <a16:creationId xmlns:a16="http://schemas.microsoft.com/office/drawing/2014/main" id="{0D752B72-6C35-4A4C-AFF0-43E11C897468}"/>
              </a:ext>
            </a:extLst>
          </p:cNvPr>
          <p:cNvSpPr>
            <a:spLocks xmlns:a="http://schemas.openxmlformats.org/drawingml/2006/main" noGrp="1"/>
          </p:cNvSpPr>
          <p:nvPr/>
        </p:nvSpPr>
        <p:spPr>
          <a:xfrm xmlns:a="http://schemas.openxmlformats.org/drawingml/2006/main">
            <a:off x="10716768" y="3721607"/>
            <a:ext cx="475488"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720" b="1">
                <a:solidFill>
                  <a:srgbClr val="082B67"/>
                </a:solidFill>
                <a:latin typeface="Arial"/>
                <a:ea typeface="Arial"/>
                <a:cs typeface="Arial"/>
              </a:rPr>
              <a:t>19.9%</a:t>
            </a:r>
          </a:p>
        </p:txBody>
      </p:sp>
      <p:sp>
        <p:nvSpPr>
          <p:cNvPr id="51" name="Oval 50">
            <a:extLst xmlns:a="http://schemas.openxmlformats.org/drawingml/2006/main">
              <a:ext uri="{FF2B5EF4-FFF2-40B4-BE49-F238E27FC236}">
                <a16:creationId xmlns:a16="http://schemas.microsoft.com/office/drawing/2014/main" id="{AC8AB12C-91FD-4FEF-B144-F26D38A9B0F1}"/>
              </a:ext>
            </a:extLst>
          </p:cNvPr>
          <p:cNvSpPr>
            <a:spLocks xmlns:a="http://schemas.openxmlformats.org/drawingml/2006/main" noGrp="1"/>
          </p:cNvSpPr>
          <p:nvPr/>
        </p:nvSpPr>
        <p:spPr>
          <a:xfrm xmlns:a="http://schemas.openxmlformats.org/drawingml/2006/main">
            <a:off x="9047988" y="4128516"/>
            <a:ext cx="100584" cy="100584"/>
          </a:xfrm>
          <a:prstGeom xmlns:a="http://schemas.openxmlformats.org/drawingml/2006/main" prst="ellipse">
            <a:avLst/>
          </a:prstGeom>
          <a:solidFill xmlns:a="http://schemas.openxmlformats.org/drawingml/2006/main">
            <a:srgbClr val="709FEB"/>
          </a:solidFill>
          <a:ln xmlns:a="http://schemas.openxmlformats.org/drawingml/2006/main" w="2540">
            <a:solidFill>
              <a:srgbClr val="709F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TextBox 51">
            <a:extLst xmlns:a="http://schemas.openxmlformats.org/drawingml/2006/main">
              <a:ext uri="{FF2B5EF4-FFF2-40B4-BE49-F238E27FC236}">
                <a16:creationId xmlns:a16="http://schemas.microsoft.com/office/drawing/2014/main" id="{8E854AFA-5C0F-453E-9858-CAC4AD8297AA}"/>
              </a:ext>
            </a:extLst>
          </p:cNvPr>
          <p:cNvSpPr>
            <a:spLocks xmlns:a="http://schemas.openxmlformats.org/drawingml/2006/main" noGrp="1"/>
          </p:cNvSpPr>
          <p:nvPr/>
        </p:nvSpPr>
        <p:spPr>
          <a:xfrm xmlns:a="http://schemas.openxmlformats.org/drawingml/2006/main">
            <a:off x="9290304" y="4078224"/>
            <a:ext cx="141732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20" b="0">
                <a:solidFill>
                  <a:srgbClr val="082B67"/>
                </a:solidFill>
                <a:latin typeface="Arial"/>
                <a:ea typeface="Arial"/>
                <a:cs typeface="Arial"/>
              </a:rPr>
              <a:t>Y Thiết Niê</a:t>
            </a:r>
          </a:p>
        </p:txBody>
      </p:sp>
      <p:sp>
        <p:nvSpPr>
          <p:cNvPr id="53" name="TextBox 52">
            <a:extLst xmlns:a="http://schemas.openxmlformats.org/drawingml/2006/main">
              <a:ext uri="{FF2B5EF4-FFF2-40B4-BE49-F238E27FC236}">
                <a16:creationId xmlns:a16="http://schemas.microsoft.com/office/drawing/2014/main" id="{1063AE40-481C-4143-818C-D70FF1576001}"/>
              </a:ext>
            </a:extLst>
          </p:cNvPr>
          <p:cNvSpPr>
            <a:spLocks xmlns:a="http://schemas.openxmlformats.org/drawingml/2006/main" noGrp="1"/>
          </p:cNvSpPr>
          <p:nvPr/>
        </p:nvSpPr>
        <p:spPr>
          <a:xfrm xmlns:a="http://schemas.openxmlformats.org/drawingml/2006/main">
            <a:off x="10716768" y="4078224"/>
            <a:ext cx="475488"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r">
              <a:buNone/>
            </a:pPr>
            <a:r>
              <a:rPr sz="720" b="1">
                <a:solidFill>
                  <a:srgbClr val="082B67"/>
                </a:solidFill>
                <a:latin typeface="Arial"/>
                <a:ea typeface="Arial"/>
                <a:cs typeface="Arial"/>
              </a:rPr>
              <a:t>14.8%</a:t>
            </a:r>
          </a:p>
        </p:txBody>
      </p:sp>
      <p:sp>
        <p:nvSpPr>
          <p:cNvPr id="54" name="Rounded Rectangle 53">
            <a:extLst xmlns:a="http://schemas.openxmlformats.org/drawingml/2006/main">
              <a:ext uri="{FF2B5EF4-FFF2-40B4-BE49-F238E27FC236}">
                <a16:creationId xmlns:a16="http://schemas.microsoft.com/office/drawing/2014/main" id="{B24E8F0B-26D3-495E-84E2-F791BB8CADDE}"/>
              </a:ext>
            </a:extLst>
          </p:cNvPr>
          <p:cNvSpPr>
            <a:spLocks xmlns:a="http://schemas.openxmlformats.org/drawingml/2006/main" noGrp="1"/>
          </p:cNvSpPr>
          <p:nvPr/>
        </p:nvSpPr>
        <p:spPr>
          <a:xfrm xmlns:a="http://schemas.openxmlformats.org/drawingml/2006/main">
            <a:off x="685800" y="5047488"/>
            <a:ext cx="10771632" cy="932688"/>
          </a:xfrm>
          <a:prstGeom xmlns:a="http://schemas.openxmlformats.org/drawingml/2006/main" prst="roundRect">
            <a:avLst/>
          </a:prstGeom>
          <a:solidFill xmlns:a="http://schemas.openxmlformats.org/drawingml/2006/main">
            <a:srgbClr val="F8FBFF"/>
          </a:solidFill>
          <a:ln xmlns:a="http://schemas.openxmlformats.org/drawingml/2006/main" w="11430">
            <a:solidFill>
              <a:srgbClr val="C9E0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Oval 54">
            <a:extLst xmlns:a="http://schemas.openxmlformats.org/drawingml/2006/main">
              <a:ext uri="{FF2B5EF4-FFF2-40B4-BE49-F238E27FC236}">
                <a16:creationId xmlns:a16="http://schemas.microsoft.com/office/drawing/2014/main" id="{DF22B85E-F506-4EE1-98F4-F0BB5BF5F29F}"/>
              </a:ext>
            </a:extLst>
          </p:cNvPr>
          <p:cNvSpPr>
            <a:spLocks xmlns:a="http://schemas.openxmlformats.org/drawingml/2006/main" noGrp="1"/>
          </p:cNvSpPr>
          <p:nvPr/>
        </p:nvSpPr>
        <p:spPr>
          <a:xfrm xmlns:a="http://schemas.openxmlformats.org/drawingml/2006/main">
            <a:off x="905256" y="5276088"/>
            <a:ext cx="475488" cy="475488"/>
          </a:xfrm>
          <a:prstGeom xmlns:a="http://schemas.openxmlformats.org/drawingml/2006/main" prst="ellipse">
            <a:avLst/>
          </a:prstGeom>
          <a:solidFill xmlns:a="http://schemas.openxmlformats.org/drawingml/2006/main">
            <a:srgbClr val="1964E1"/>
          </a:solidFill>
          <a:ln xmlns:a="http://schemas.openxmlformats.org/drawingml/2006/main" w="254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6" name="TextBox 55">
            <a:extLst xmlns:a="http://schemas.openxmlformats.org/drawingml/2006/main">
              <a:ext uri="{FF2B5EF4-FFF2-40B4-BE49-F238E27FC236}">
                <a16:creationId xmlns:a16="http://schemas.microsoft.com/office/drawing/2014/main" id="{08E258E2-8430-4D62-8B56-5EBF50E383DC}"/>
              </a:ext>
            </a:extLst>
          </p:cNvPr>
          <p:cNvSpPr>
            <a:spLocks xmlns:a="http://schemas.openxmlformats.org/drawingml/2006/main" noGrp="1"/>
          </p:cNvSpPr>
          <p:nvPr/>
        </p:nvSpPr>
        <p:spPr>
          <a:xfrm xmlns:a="http://schemas.openxmlformats.org/drawingml/2006/main">
            <a:off x="960120" y="5303520"/>
            <a:ext cx="365760" cy="38404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100" b="1">
                <a:solidFill>
                  <a:srgbClr val="FFFFFF"/>
                </a:solidFill>
                <a:latin typeface="Arial"/>
                <a:ea typeface="Arial"/>
                <a:cs typeface="Arial"/>
              </a:rPr>
              <a:t>✓</a:t>
            </a:r>
          </a:p>
        </p:txBody>
      </p:sp>
      <p:sp>
        <p:nvSpPr>
          <p:cNvPr id="57" name="TextBox 56">
            <a:extLst xmlns:a="http://schemas.openxmlformats.org/drawingml/2006/main">
              <a:ext uri="{FF2B5EF4-FFF2-40B4-BE49-F238E27FC236}">
                <a16:creationId xmlns:a16="http://schemas.microsoft.com/office/drawing/2014/main" id="{98E75218-2C04-47DE-837F-F4F597A3FE4B}"/>
              </a:ext>
            </a:extLst>
          </p:cNvPr>
          <p:cNvSpPr>
            <a:spLocks xmlns:a="http://schemas.openxmlformats.org/drawingml/2006/main" noGrp="1"/>
          </p:cNvSpPr>
          <p:nvPr/>
        </p:nvSpPr>
        <p:spPr>
          <a:xfrm xmlns:a="http://schemas.openxmlformats.org/drawingml/2006/main">
            <a:off x="1627632" y="5212080"/>
            <a:ext cx="1097280" cy="21031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1">
                <a:solidFill>
                  <a:srgbClr val="082B67"/>
                </a:solidFill>
                <a:latin typeface="Arial"/>
                <a:ea typeface="Arial"/>
                <a:cs typeface="Arial"/>
              </a:rPr>
              <a:t>GHI CHÚ</a:t>
            </a:r>
          </a:p>
        </p:txBody>
      </p:sp>
      <p:sp>
        <p:nvSpPr>
          <p:cNvPr id="58" name="TextBox 57">
            <a:extLst xmlns:a="http://schemas.openxmlformats.org/drawingml/2006/main">
              <a:ext uri="{FF2B5EF4-FFF2-40B4-BE49-F238E27FC236}">
                <a16:creationId xmlns:a16="http://schemas.microsoft.com/office/drawing/2014/main" id="{6B87FE1B-8662-4808-B13C-A4E8ED3F52C6}"/>
              </a:ext>
            </a:extLst>
          </p:cNvPr>
          <p:cNvSpPr>
            <a:spLocks xmlns:a="http://schemas.openxmlformats.org/drawingml/2006/main" noGrp="1"/>
          </p:cNvSpPr>
          <p:nvPr/>
        </p:nvSpPr>
        <p:spPr>
          <a:xfrm xmlns:a="http://schemas.openxmlformats.org/drawingml/2006/main">
            <a:off x="1627632" y="5468112"/>
            <a:ext cx="4069080" cy="34747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770" b="0">
                <a:solidFill>
                  <a:srgbClr val="505F75"/>
                </a:solidFill>
                <a:latin typeface="Arial"/>
                <a:ea typeface="Arial"/>
                <a:cs typeface="Arial"/>
              </a:rPr>
              <a:t>Biểu đồ trái: tỷ lệ Pass/Fail tổng thể.
Biểu đồ phải: phân bổ test case theo từng thành viên.</a:t>
            </a:r>
          </a:p>
        </p:txBody>
      </p:sp>
      <p:sp>
        <p:nvSpPr>
          <p:cNvPr id="59" name="Rounded Rectangle 58">
            <a:extLst xmlns:a="http://schemas.openxmlformats.org/drawingml/2006/main">
              <a:ext uri="{FF2B5EF4-FFF2-40B4-BE49-F238E27FC236}">
                <a16:creationId xmlns:a16="http://schemas.microsoft.com/office/drawing/2014/main" id="{2D30EFFD-D56C-4C54-8C10-4D6DD4EAA565}"/>
              </a:ext>
            </a:extLst>
          </p:cNvPr>
          <p:cNvSpPr>
            <a:spLocks xmlns:a="http://schemas.openxmlformats.org/drawingml/2006/main" noGrp="1"/>
          </p:cNvSpPr>
          <p:nvPr/>
        </p:nvSpPr>
        <p:spPr>
          <a:xfrm xmlns:a="http://schemas.openxmlformats.org/drawingml/2006/main">
            <a:off x="6492240" y="5230368"/>
            <a:ext cx="1920240" cy="566928"/>
          </a:xfrm>
          <a:prstGeom xmlns:a="http://schemas.openxmlformats.org/drawingml/2006/main" prst="roundRect">
            <a:avLst/>
          </a:prstGeom>
          <a:solidFill xmlns:a="http://schemas.openxmlformats.org/drawingml/2006/main">
            <a:srgbClr val="FFFFFF"/>
          </a:solidFill>
          <a:ln xmlns:a="http://schemas.openxmlformats.org/drawingml/2006/main" w="10160">
            <a:solidFill>
              <a:srgbClr val="1964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0" name="TextBox 59">
            <a:extLst xmlns:a="http://schemas.openxmlformats.org/drawingml/2006/main">
              <a:ext uri="{FF2B5EF4-FFF2-40B4-BE49-F238E27FC236}">
                <a16:creationId xmlns:a16="http://schemas.microsoft.com/office/drawing/2014/main" id="{CDC67927-8BE2-482E-BCDC-54D177AD8DD1}"/>
              </a:ext>
            </a:extLst>
          </p:cNvPr>
          <p:cNvSpPr>
            <a:spLocks xmlns:a="http://schemas.openxmlformats.org/drawingml/2006/main" noGrp="1"/>
          </p:cNvSpPr>
          <p:nvPr/>
        </p:nvSpPr>
        <p:spPr>
          <a:xfrm xmlns:a="http://schemas.openxmlformats.org/drawingml/2006/main">
            <a:off x="6601968" y="5285232"/>
            <a:ext cx="1700784"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10" b="1">
                <a:solidFill>
                  <a:srgbClr val="082B67"/>
                </a:solidFill>
                <a:latin typeface="Arial"/>
                <a:ea typeface="Arial"/>
                <a:cs typeface="Arial"/>
              </a:rPr>
              <a:t>TỔNG TỶ LỆ TEST</a:t>
            </a:r>
          </a:p>
        </p:txBody>
      </p:sp>
      <p:sp>
        <p:nvSpPr>
          <p:cNvPr id="61" name="TextBox 60">
            <a:extLst xmlns:a="http://schemas.openxmlformats.org/drawingml/2006/main">
              <a:ext uri="{FF2B5EF4-FFF2-40B4-BE49-F238E27FC236}">
                <a16:creationId xmlns:a16="http://schemas.microsoft.com/office/drawing/2014/main" id="{007AA0E0-D8E6-4A10-BE81-A52DB76F331F}"/>
              </a:ext>
            </a:extLst>
          </p:cNvPr>
          <p:cNvSpPr>
            <a:spLocks xmlns:a="http://schemas.openxmlformats.org/drawingml/2006/main" noGrp="1"/>
          </p:cNvSpPr>
          <p:nvPr/>
        </p:nvSpPr>
        <p:spPr>
          <a:xfrm xmlns:a="http://schemas.openxmlformats.org/drawingml/2006/main">
            <a:off x="6601968" y="5468112"/>
            <a:ext cx="1700784"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700" b="1">
                <a:solidFill>
                  <a:srgbClr val="1964E1"/>
                </a:solidFill>
                <a:latin typeface="Arial"/>
                <a:ea typeface="Arial"/>
                <a:cs typeface="Arial"/>
              </a:rPr>
              <a:t>100%</a:t>
            </a:r>
          </a:p>
        </p:txBody>
      </p:sp>
      <p:sp>
        <p:nvSpPr>
          <p:cNvPr id="62" name="Rounded Rectangle 61">
            <a:extLst xmlns:a="http://schemas.openxmlformats.org/drawingml/2006/main">
              <a:ext uri="{FF2B5EF4-FFF2-40B4-BE49-F238E27FC236}">
                <a16:creationId xmlns:a16="http://schemas.microsoft.com/office/drawing/2014/main" id="{726AF74F-B7CE-4A7F-AF00-624713552785}"/>
              </a:ext>
            </a:extLst>
          </p:cNvPr>
          <p:cNvSpPr>
            <a:spLocks xmlns:a="http://schemas.openxmlformats.org/drawingml/2006/main" noGrp="1"/>
          </p:cNvSpPr>
          <p:nvPr/>
        </p:nvSpPr>
        <p:spPr>
          <a:xfrm xmlns:a="http://schemas.openxmlformats.org/drawingml/2006/main">
            <a:off x="8613648" y="5230368"/>
            <a:ext cx="2267712" cy="566928"/>
          </a:xfrm>
          <a:prstGeom xmlns:a="http://schemas.openxmlformats.org/drawingml/2006/main" prst="roundRect">
            <a:avLst/>
          </a:prstGeom>
          <a:solidFill xmlns:a="http://schemas.openxmlformats.org/drawingml/2006/main">
            <a:srgbClr val="FFFFFF"/>
          </a:solidFill>
          <a:ln xmlns:a="http://schemas.openxmlformats.org/drawingml/2006/main" w="10160">
            <a:solidFill>
              <a:srgbClr val="8453E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2C5691D7-F94D-4C53-8039-2A0084000017}"/>
              </a:ext>
            </a:extLst>
          </p:cNvPr>
          <p:cNvSpPr>
            <a:spLocks xmlns:a="http://schemas.openxmlformats.org/drawingml/2006/main" noGrp="1"/>
          </p:cNvSpPr>
          <p:nvPr/>
        </p:nvSpPr>
        <p:spPr>
          <a:xfrm xmlns:a="http://schemas.openxmlformats.org/drawingml/2006/main">
            <a:off x="8723376" y="5285232"/>
            <a:ext cx="2048256"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10" b="1">
                <a:solidFill>
                  <a:srgbClr val="8453E6"/>
                </a:solidFill>
                <a:latin typeface="Arial"/>
                <a:ea typeface="Arial"/>
                <a:cs typeface="Arial"/>
              </a:rPr>
              <a:t>NGÀY THỐNG KÊ</a:t>
            </a:r>
          </a:p>
        </p:txBody>
      </p:sp>
      <p:sp>
        <p:nvSpPr>
          <p:cNvPr id="64" name="TextBox 63">
            <a:extLst xmlns:a="http://schemas.openxmlformats.org/drawingml/2006/main">
              <a:ext uri="{FF2B5EF4-FFF2-40B4-BE49-F238E27FC236}">
                <a16:creationId xmlns:a16="http://schemas.microsoft.com/office/drawing/2014/main" id="{E6B141E7-58C8-4241-B300-E98D8C873FBF}"/>
              </a:ext>
            </a:extLst>
          </p:cNvPr>
          <p:cNvSpPr>
            <a:spLocks xmlns:a="http://schemas.openxmlformats.org/drawingml/2006/main" noGrp="1"/>
          </p:cNvSpPr>
          <p:nvPr/>
        </p:nvSpPr>
        <p:spPr>
          <a:xfrm xmlns:a="http://schemas.openxmlformats.org/drawingml/2006/main">
            <a:off x="8723376" y="5468112"/>
            <a:ext cx="2048256"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250" b="1">
                <a:solidFill>
                  <a:srgbClr val="8453E6"/>
                </a:solidFill>
                <a:latin typeface="Arial"/>
                <a:ea typeface="Arial"/>
                <a:cs typeface="Arial"/>
              </a:rPr>
              <a:t>11 / 08 / 2026</a:t>
            </a:r>
          </a:p>
        </p:txBody>
      </p:sp>
      <p:sp>
        <p:nvSpPr>
          <p:cNvPr id="65" name="TextBox 64">
            <a:extLst xmlns:a="http://schemas.openxmlformats.org/drawingml/2006/main">
              <a:ext uri="{FF2B5EF4-FFF2-40B4-BE49-F238E27FC236}">
                <a16:creationId xmlns:a16="http://schemas.microsoft.com/office/drawing/2014/main" id="{F6B25F9D-7242-400B-8271-ACFAE877FCFA}"/>
              </a:ext>
            </a:extLst>
          </p:cNvPr>
          <p:cNvSpPr>
            <a:spLocks xmlns:a="http://schemas.openxmlformats.org/drawingml/2006/main" noGrp="1"/>
          </p:cNvSpPr>
          <p:nvPr/>
        </p:nvSpPr>
        <p:spPr>
          <a:xfrm xmlns:a="http://schemas.openxmlformats.org/drawingml/2006/main">
            <a:off x="777240" y="6245352"/>
            <a:ext cx="2926080" cy="1371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20" b="0">
                <a:solidFill>
                  <a:srgbClr val="505F75"/>
                </a:solidFill>
                <a:latin typeface="Arial"/>
                <a:ea typeface="Arial"/>
                <a:cs typeface="Arial"/>
              </a:rPr>
              <a:t>WEBSITE LAPTOP &amp; ACCESSORIES</a:t>
            </a:r>
          </a:p>
        </p:txBody>
      </p:sp>
      <p:pic>
        <p:nvPicPr>
          <p:cNvPr id="133" name="Picture 65"/>
          <p:cNvPicPr>
            <a:picLocks xmlns:a="http://schemas.openxmlformats.org/drawingml/2006/main" noChangeAspect="1"/>
          </p:cNvPicPr>
          <p:nvPr/>
        </p:nvPicPr>
        <p:blipFill>
          <a:blip xmlns:r="http://schemas.openxmlformats.org/officeDocument/2006/relationships" xmlns:a="http://schemas.openxmlformats.org/drawingml/2006/main" r:embed="Rb4002254be2d484f"/>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20783842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Connector 1">
            <a:extLst xmlns:a="http://schemas.openxmlformats.org/drawingml/2006/main">
              <a:ext uri="{FF2B5EF4-FFF2-40B4-BE49-F238E27FC236}">
                <a16:creationId xmlns:a16="http://schemas.microsoft.com/office/drawing/2014/main" id="{2FEFFEF9-EA7A-4F2D-BE6B-27A472D2A103}"/>
              </a:ext>
            </a:extLst>
          </p:cNvPr>
          <p:cNvSpPr>
            <a:spLocks xmlns:a="http://schemas.openxmlformats.org/drawingml/2006/main" noGrp="1"/>
          </p:cNvSpPr>
          <p:nvPr/>
        </p:nvSpPr>
        <p:spPr>
          <a:xfrm xmlns:a="http://schemas.openxmlformats.org/drawingml/2006/main">
            <a:off x="0" y="109728"/>
            <a:ext cx="685800" cy="1216152"/>
          </a:xfrm>
          <a:prstGeom xmlns:a="http://schemas.openxmlformats.org/drawingml/2006/main" prst="line">
            <a:avLst/>
          </a:prstGeom>
          <a:ln xmlns:a="http://schemas.openxmlformats.org/drawingml/2006/main" w="10160">
            <a:solidFill>
              <a:srgbClr val="5582B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 name="Oval 2">
            <a:extLst xmlns:a="http://schemas.openxmlformats.org/drawingml/2006/main">
              <a:ext uri="{FF2B5EF4-FFF2-40B4-BE49-F238E27FC236}">
                <a16:creationId xmlns:a16="http://schemas.microsoft.com/office/drawing/2014/main" id="{C02116E5-7845-4D09-9D9A-A47AFF4B3CDD}"/>
              </a:ext>
            </a:extLst>
          </p:cNvPr>
          <p:cNvSpPr>
            <a:spLocks xmlns:a="http://schemas.openxmlformats.org/drawingml/2006/main" noGrp="1"/>
          </p:cNvSpPr>
          <p:nvPr/>
        </p:nvSpPr>
        <p:spPr>
          <a:xfrm xmlns:a="http://schemas.openxmlformats.org/drawingml/2006/main">
            <a:off x="411480" y="1051560"/>
            <a:ext cx="548640" cy="548640"/>
          </a:xfrm>
          <a:prstGeom xmlns:a="http://schemas.openxmlformats.org/drawingml/2006/main" prst="ellipse">
            <a:avLst/>
          </a:prstGeom>
          <a:solidFill xmlns:a="http://schemas.openxmlformats.org/drawingml/2006/main">
            <a:srgbClr val="E8F5FF"/>
          </a:solidFill>
          <a:ln xmlns:a="http://schemas.openxmlformats.org/drawingml/2006/main" w="12700">
            <a:solidFill>
              <a:srgbClr val="1D69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Oval 3">
            <a:extLst xmlns:a="http://schemas.openxmlformats.org/drawingml/2006/main">
              <a:ext uri="{FF2B5EF4-FFF2-40B4-BE49-F238E27FC236}">
                <a16:creationId xmlns:a16="http://schemas.microsoft.com/office/drawing/2014/main" id="{B6FAD35F-80FB-417C-9C9B-23DBE4204C16}"/>
              </a:ext>
            </a:extLst>
          </p:cNvPr>
          <p:cNvSpPr>
            <a:spLocks xmlns:a="http://schemas.openxmlformats.org/drawingml/2006/main" noGrp="1"/>
          </p:cNvSpPr>
          <p:nvPr/>
        </p:nvSpPr>
        <p:spPr>
          <a:xfrm xmlns:a="http://schemas.openxmlformats.org/drawingml/2006/main">
            <a:off x="548640" y="1188720"/>
            <a:ext cx="274320" cy="274320"/>
          </a:xfrm>
          <a:prstGeom xmlns:a="http://schemas.openxmlformats.org/drawingml/2006/main" prst="ellipse">
            <a:avLst/>
          </a:prstGeom>
          <a:solidFill xmlns:a="http://schemas.openxmlformats.org/drawingml/2006/main">
            <a:srgbClr val="FFFFFF"/>
          </a:solidFill>
          <a:ln xmlns:a="http://schemas.openxmlformats.org/drawingml/2006/main" w="10160">
            <a:solidFill>
              <a:srgbClr val="1D69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Connector 4">
            <a:extLst xmlns:a="http://schemas.openxmlformats.org/drawingml/2006/main">
              <a:ext uri="{FF2B5EF4-FFF2-40B4-BE49-F238E27FC236}">
                <a16:creationId xmlns:a16="http://schemas.microsoft.com/office/drawing/2014/main" id="{B3DED1B5-6B93-401B-BB11-A379E1423B31}"/>
              </a:ext>
            </a:extLst>
          </p:cNvPr>
          <p:cNvSpPr>
            <a:spLocks xmlns:a="http://schemas.openxmlformats.org/drawingml/2006/main" noGrp="1"/>
          </p:cNvSpPr>
          <p:nvPr/>
        </p:nvSpPr>
        <p:spPr>
          <a:xfrm xmlns:a="http://schemas.openxmlformats.org/drawingml/2006/main" flipV="1">
            <a:off x="685800" y="502920"/>
            <a:ext cx="914400" cy="822960"/>
          </a:xfrm>
          <a:prstGeom xmlns:a="http://schemas.openxmlformats.org/drawingml/2006/main" prst="line">
            <a:avLst/>
          </a:prstGeom>
          <a:ln xmlns:a="http://schemas.openxmlformats.org/drawingml/2006/main" w="10160">
            <a:solidFill>
              <a:srgbClr val="5582B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Oval 5">
            <a:extLst xmlns:a="http://schemas.openxmlformats.org/drawingml/2006/main">
              <a:ext uri="{FF2B5EF4-FFF2-40B4-BE49-F238E27FC236}">
                <a16:creationId xmlns:a16="http://schemas.microsoft.com/office/drawing/2014/main" id="{36635AC9-3E75-40CC-AB25-495C0F4388C5}"/>
              </a:ext>
            </a:extLst>
          </p:cNvPr>
          <p:cNvSpPr>
            <a:spLocks xmlns:a="http://schemas.openxmlformats.org/drawingml/2006/main" noGrp="1"/>
          </p:cNvSpPr>
          <p:nvPr/>
        </p:nvSpPr>
        <p:spPr>
          <a:xfrm xmlns:a="http://schemas.openxmlformats.org/drawingml/2006/main">
            <a:off x="1490472" y="393192"/>
            <a:ext cx="219456" cy="219456"/>
          </a:xfrm>
          <a:prstGeom xmlns:a="http://schemas.openxmlformats.org/drawingml/2006/main" prst="ellipse">
            <a:avLst/>
          </a:prstGeom>
          <a:solidFill xmlns:a="http://schemas.openxmlformats.org/drawingml/2006/main">
            <a:srgbClr val="E8F5FF"/>
          </a:solidFill>
          <a:ln xmlns:a="http://schemas.openxmlformats.org/drawingml/2006/main" w="10160">
            <a:solidFill>
              <a:srgbClr val="1D69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Connector 6">
            <a:extLst xmlns:a="http://schemas.openxmlformats.org/drawingml/2006/main">
              <a:ext uri="{FF2B5EF4-FFF2-40B4-BE49-F238E27FC236}">
                <a16:creationId xmlns:a16="http://schemas.microsoft.com/office/drawing/2014/main" id="{A409F463-DEDE-4909-9AD8-A777A3558DAE}"/>
              </a:ext>
            </a:extLst>
          </p:cNvPr>
          <p:cNvSpPr>
            <a:spLocks xmlns:a="http://schemas.openxmlformats.org/drawingml/2006/main" noGrp="1"/>
          </p:cNvSpPr>
          <p:nvPr/>
        </p:nvSpPr>
        <p:spPr>
          <a:xfrm xmlns:a="http://schemas.openxmlformats.org/drawingml/2006/main">
            <a:off x="1600200" y="502920"/>
            <a:ext cx="1371600" cy="365760"/>
          </a:xfrm>
          <a:prstGeom xmlns:a="http://schemas.openxmlformats.org/drawingml/2006/main" prst="line">
            <a:avLst/>
          </a:prstGeom>
          <a:ln xmlns:a="http://schemas.openxmlformats.org/drawingml/2006/main" w="10160">
            <a:solidFill>
              <a:srgbClr val="5582B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8" name="Oval 7">
            <a:extLst xmlns:a="http://schemas.openxmlformats.org/drawingml/2006/main">
              <a:ext uri="{FF2B5EF4-FFF2-40B4-BE49-F238E27FC236}">
                <a16:creationId xmlns:a16="http://schemas.microsoft.com/office/drawing/2014/main" id="{4E996BB4-BF07-4CFA-A18A-0D3B9BCA7528}"/>
              </a:ext>
            </a:extLst>
          </p:cNvPr>
          <p:cNvSpPr>
            <a:spLocks xmlns:a="http://schemas.openxmlformats.org/drawingml/2006/main" noGrp="1"/>
          </p:cNvSpPr>
          <p:nvPr/>
        </p:nvSpPr>
        <p:spPr>
          <a:xfrm xmlns:a="http://schemas.openxmlformats.org/drawingml/2006/main">
            <a:off x="2852928" y="749808"/>
            <a:ext cx="237744" cy="237744"/>
          </a:xfrm>
          <a:prstGeom xmlns:a="http://schemas.openxmlformats.org/drawingml/2006/main" prst="ellipse">
            <a:avLst/>
          </a:prstGeom>
          <a:solidFill xmlns:a="http://schemas.openxmlformats.org/drawingml/2006/main">
            <a:srgbClr val="E8F5FF"/>
          </a:solidFill>
          <a:ln xmlns:a="http://schemas.openxmlformats.org/drawingml/2006/main" w="10160">
            <a:solidFill>
              <a:srgbClr val="1D69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Connector 8">
            <a:extLst xmlns:a="http://schemas.openxmlformats.org/drawingml/2006/main">
              <a:ext uri="{FF2B5EF4-FFF2-40B4-BE49-F238E27FC236}">
                <a16:creationId xmlns:a16="http://schemas.microsoft.com/office/drawing/2014/main" id="{DF0CF10D-94E9-46C4-B3D4-0D856197333E}"/>
              </a:ext>
            </a:extLst>
          </p:cNvPr>
          <p:cNvSpPr>
            <a:spLocks xmlns:a="http://schemas.openxmlformats.org/drawingml/2006/main" noGrp="1"/>
          </p:cNvSpPr>
          <p:nvPr/>
        </p:nvSpPr>
        <p:spPr>
          <a:xfrm xmlns:a="http://schemas.openxmlformats.org/drawingml/2006/main">
            <a:off x="10332720" y="5897880"/>
            <a:ext cx="868680" cy="731520"/>
          </a:xfrm>
          <a:prstGeom xmlns:a="http://schemas.openxmlformats.org/drawingml/2006/main" prst="line">
            <a:avLst/>
          </a:prstGeom>
          <a:ln xmlns:a="http://schemas.openxmlformats.org/drawingml/2006/main" w="10160">
            <a:solidFill>
              <a:srgbClr val="5582B9"/>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Oval 9">
            <a:extLst xmlns:a="http://schemas.openxmlformats.org/drawingml/2006/main">
              <a:ext uri="{FF2B5EF4-FFF2-40B4-BE49-F238E27FC236}">
                <a16:creationId xmlns:a16="http://schemas.microsoft.com/office/drawing/2014/main" id="{77B1A2A7-F9C7-4D71-BF34-381D7248B37D}"/>
              </a:ext>
            </a:extLst>
          </p:cNvPr>
          <p:cNvSpPr>
            <a:spLocks xmlns:a="http://schemas.openxmlformats.org/drawingml/2006/main" noGrp="1"/>
          </p:cNvSpPr>
          <p:nvPr/>
        </p:nvSpPr>
        <p:spPr>
          <a:xfrm xmlns:a="http://schemas.openxmlformats.org/drawingml/2006/main">
            <a:off x="10085832" y="5650992"/>
            <a:ext cx="493776" cy="493776"/>
          </a:xfrm>
          <a:prstGeom xmlns:a="http://schemas.openxmlformats.org/drawingml/2006/main" prst="ellipse">
            <a:avLst/>
          </a:prstGeom>
          <a:solidFill xmlns:a="http://schemas.openxmlformats.org/drawingml/2006/main">
            <a:srgbClr val="E8F5FF"/>
          </a:solidFill>
          <a:ln xmlns:a="http://schemas.openxmlformats.org/drawingml/2006/main" w="12700">
            <a:solidFill>
              <a:srgbClr val="1D69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7C1ABCE5-9F19-4E7A-A629-0E854E7970F6}"/>
              </a:ext>
            </a:extLst>
          </p:cNvPr>
          <p:cNvSpPr>
            <a:spLocks xmlns:a="http://schemas.openxmlformats.org/drawingml/2006/main" noGrp="1"/>
          </p:cNvSpPr>
          <p:nvPr/>
        </p:nvSpPr>
        <p:spPr>
          <a:xfrm xmlns:a="http://schemas.openxmlformats.org/drawingml/2006/main">
            <a:off x="3840480" y="320040"/>
            <a:ext cx="4572000" cy="5029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700" b="1">
                <a:solidFill>
                  <a:srgbClr val="08285E"/>
                </a:solidFill>
                <a:latin typeface="Arial"/>
                <a:ea typeface="Arial"/>
                <a:cs typeface="Arial"/>
              </a:rPr>
              <a:t>ĐÁNH GIÁ THÀNH VIÊN</a:t>
            </a:r>
          </a:p>
        </p:txBody>
      </p:sp>
      <p:sp>
        <p:nvSpPr>
          <p:cNvPr id="12" name="TextBox 11">
            <a:extLst xmlns:a="http://schemas.openxmlformats.org/drawingml/2006/main">
              <a:ext uri="{FF2B5EF4-FFF2-40B4-BE49-F238E27FC236}">
                <a16:creationId xmlns:a16="http://schemas.microsoft.com/office/drawing/2014/main" id="{433CF17C-AEEF-404C-8E3E-D74F5017E8DE}"/>
              </a:ext>
            </a:extLst>
          </p:cNvPr>
          <p:cNvSpPr>
            <a:spLocks xmlns:a="http://schemas.openxmlformats.org/drawingml/2006/main" noGrp="1"/>
          </p:cNvSpPr>
          <p:nvPr/>
        </p:nvSpPr>
        <p:spPr>
          <a:xfrm xmlns:a="http://schemas.openxmlformats.org/drawingml/2006/main">
            <a:off x="3840480" y="804672"/>
            <a:ext cx="4572000" cy="21945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000" b="0">
                <a:solidFill>
                  <a:srgbClr val="526074"/>
                </a:solidFill>
                <a:latin typeface="Arial"/>
                <a:ea typeface="Arial"/>
                <a:cs typeface="Arial"/>
              </a:rPr>
              <a:t>Tổng hợp mức độ đóng góp theo từng hạng mục</a:t>
            </a:r>
          </a:p>
        </p:txBody>
      </p:sp>
      <p:sp>
        <p:nvSpPr>
          <p:cNvPr id="13" name="Connector 12">
            <a:extLst xmlns:a="http://schemas.openxmlformats.org/drawingml/2006/main">
              <a:ext uri="{FF2B5EF4-FFF2-40B4-BE49-F238E27FC236}">
                <a16:creationId xmlns:a16="http://schemas.microsoft.com/office/drawing/2014/main" id="{C638FFA9-580C-4B3E-9B04-3D75A7AC0323}"/>
              </a:ext>
            </a:extLst>
          </p:cNvPr>
          <p:cNvSpPr>
            <a:spLocks xmlns:a="http://schemas.openxmlformats.org/drawingml/2006/main" noGrp="1"/>
          </p:cNvSpPr>
          <p:nvPr/>
        </p:nvSpPr>
        <p:spPr>
          <a:xfrm xmlns:a="http://schemas.openxmlformats.org/drawingml/2006/main">
            <a:off x="5577840" y="1097280"/>
            <a:ext cx="566928" cy="0"/>
          </a:xfrm>
          <a:prstGeom xmlns:a="http://schemas.openxmlformats.org/drawingml/2006/main" prst="line">
            <a:avLst/>
          </a:prstGeom>
          <a:ln xmlns:a="http://schemas.openxmlformats.org/drawingml/2006/main" w="26670">
            <a:solidFill>
              <a:srgbClr val="1D69DC"/>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4A9A4BEB-D0DF-429E-8DBB-FB7CC2067FC7}"/>
              </a:ext>
            </a:extLst>
          </p:cNvPr>
          <p:cNvSpPr>
            <a:spLocks xmlns:a="http://schemas.openxmlformats.org/drawingml/2006/main" noGrp="1"/>
          </p:cNvSpPr>
          <p:nvPr/>
        </p:nvSpPr>
        <p:spPr>
          <a:xfrm xmlns:a="http://schemas.openxmlformats.org/drawingml/2006/main">
            <a:off x="1097280" y="1481328"/>
            <a:ext cx="10012680" cy="44074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BED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graphicFrame>
        <p:nvGraphicFramePr>
          <p:cNvPr id="42" name="Table 14"/>
          <p:cNvGraphicFramePr/>
          <p:nvPr/>
        </p:nvGraphicFramePr>
        <p:xfrm>
          <a:off xmlns:a="http://schemas.openxmlformats.org/drawingml/2006/main" x="1417320" y="1847088"/>
          <a:ext xmlns:a="http://schemas.openxmlformats.org/drawingml/2006/main" cx="8092440" cy="3429000"/>
        </p:xfrm>
        <a:graphic xmlns:a="http://schemas.openxmlformats.org/drawingml/2006/main">
          <a:graphicData uri="http://schemas.openxmlformats.org/drawingml/2006/table">
            <a:tbl>
              <a:tblPr firstRow="1" bandRow="1">
                <a:tableStyleId>{5C22544A-7EE6-4342-B048-85BDC9FD1C3A}</a:tableStyleId>
              </a:tblPr>
              <a:tblGrid>
                <a:gridCol w="502920"/>
                <a:gridCol w="2423160"/>
                <a:gridCol w="1143000"/>
                <a:gridCol w="914400"/>
                <a:gridCol w="914400"/>
                <a:gridCol w="914400"/>
                <a:gridCol w="1280160"/>
              </a:tblGrid>
              <a:tr h="429768">
                <a:tc>
                  <a:txBody>
                    <a:bodyPr/>
                    <a:lstStyle/>
                    <a:p>
                      <a:pPr algn="ctr">
                        <a:buNone/>
                      </a:pPr>
                      <a:r>
                        <a:rPr sz="819" b="1">
                          <a:solidFill>
                            <a:srgbClr val="08285E"/>
                          </a:solidFill>
                          <a:latin typeface="Arial"/>
                          <a:ea typeface="Arial"/>
                          <a:cs typeface="Arial"/>
                        </a:rPr>
                        <a:t>STT</a:t>
                      </a:r>
                    </a:p>
                  </a:txBody>
                  <a:tcPr marL="45720" marR="45720" marT="18288" marB="18288" anchor="ctr">
                    <a:solidFill>
                      <a:srgbClr val="D4EAFB"/>
                    </a:solidFill>
                  </a:tcPr>
                </a:tc>
                <a:tc>
                  <a:txBody>
                    <a:bodyPr/>
                    <a:lstStyle/>
                    <a:p>
                      <a:pPr algn="l">
                        <a:buNone/>
                      </a:pPr>
                      <a:r>
                        <a:rPr sz="819" b="1">
                          <a:solidFill>
                            <a:srgbClr val="08285E"/>
                          </a:solidFill>
                          <a:latin typeface="Arial"/>
                          <a:ea typeface="Arial"/>
                          <a:cs typeface="Arial"/>
                        </a:rPr>
                        <a:t>Tên thành viên</a:t>
                      </a:r>
                    </a:p>
                  </a:txBody>
                  <a:tcPr marL="45720" marR="45720" marT="18288" marB="18288" anchor="ctr">
                    <a:solidFill>
                      <a:srgbClr val="D4EAFB"/>
                    </a:solidFill>
                  </a:tcPr>
                </a:tc>
                <a:tc>
                  <a:txBody>
                    <a:bodyPr/>
                    <a:lstStyle/>
                    <a:p>
                      <a:pPr algn="ctr">
                        <a:buNone/>
                      </a:pPr>
                      <a:r>
                        <a:rPr sz="819" b="1">
                          <a:solidFill>
                            <a:srgbClr val="08285E"/>
                          </a:solidFill>
                          <a:latin typeface="Arial"/>
                          <a:ea typeface="Arial"/>
                          <a:cs typeface="Arial"/>
                        </a:rPr>
                        <a:t>Mã SV</a:t>
                      </a:r>
                    </a:p>
                  </a:txBody>
                  <a:tcPr marL="45720" marR="45720" marT="18288" marB="18288" anchor="ctr">
                    <a:solidFill>
                      <a:srgbClr val="D4EAFB"/>
                    </a:solidFill>
                  </a:tcPr>
                </a:tc>
                <a:tc>
                  <a:txBody>
                    <a:bodyPr/>
                    <a:lstStyle/>
                    <a:p>
                      <a:pPr algn="ctr">
                        <a:buNone/>
                      </a:pPr>
                      <a:r>
                        <a:rPr sz="819" b="1">
                          <a:solidFill>
                            <a:srgbClr val="08285E"/>
                          </a:solidFill>
                          <a:latin typeface="Arial"/>
                          <a:ea typeface="Arial"/>
                          <a:cs typeface="Arial"/>
                        </a:rPr>
                        <a:t>Code</a:t>
                      </a:r>
                    </a:p>
                    <a:p>
                      <a:pPr algn="ctr">
                        <a:buNone/>
                      </a:pPr>
                      <a:r>
                        <a:rPr sz="819" b="1">
                          <a:solidFill>
                            <a:srgbClr val="08285E"/>
                          </a:solidFill>
                          <a:latin typeface="Arial"/>
                          <a:ea typeface="Arial"/>
                          <a:cs typeface="Arial"/>
                        </a:rPr>
                        <a:t>(%)</a:t>
                      </a:r>
                    </a:p>
                  </a:txBody>
                  <a:tcPr marL="45720" marR="45720" marT="18288" marB="18288" anchor="ctr">
                    <a:solidFill>
                      <a:srgbClr val="D4EAFB"/>
                    </a:solidFill>
                  </a:tcPr>
                </a:tc>
                <a:tc>
                  <a:txBody>
                    <a:bodyPr/>
                    <a:lstStyle/>
                    <a:p>
                      <a:pPr algn="ctr">
                        <a:buNone/>
                      </a:pPr>
                      <a:r>
                        <a:rPr sz="819" b="1">
                          <a:solidFill>
                            <a:srgbClr val="08285E"/>
                          </a:solidFill>
                          <a:latin typeface="Arial"/>
                          <a:ea typeface="Arial"/>
                          <a:cs typeface="Arial"/>
                        </a:rPr>
                        <a:t>Docs</a:t>
                      </a:r>
                    </a:p>
                    <a:p>
                      <a:pPr algn="ctr">
                        <a:buNone/>
                      </a:pPr>
                      <a:r>
                        <a:rPr sz="819" b="1">
                          <a:solidFill>
                            <a:srgbClr val="08285E"/>
                          </a:solidFill>
                          <a:latin typeface="Arial"/>
                          <a:ea typeface="Arial"/>
                          <a:cs typeface="Arial"/>
                        </a:rPr>
                        <a:t>(%)</a:t>
                      </a:r>
                    </a:p>
                  </a:txBody>
                  <a:tcPr marL="45720" marR="45720" marT="18288" marB="18288" anchor="ctr">
                    <a:solidFill>
                      <a:srgbClr val="D4EAFB"/>
                    </a:solidFill>
                  </a:tcPr>
                </a:tc>
                <a:tc>
                  <a:txBody>
                    <a:bodyPr/>
                    <a:lstStyle/>
                    <a:p>
                      <a:pPr algn="ctr">
                        <a:buNone/>
                      </a:pPr>
                      <a:r>
                        <a:rPr sz="819" b="1">
                          <a:solidFill>
                            <a:srgbClr val="08285E"/>
                          </a:solidFill>
                          <a:latin typeface="Arial"/>
                          <a:ea typeface="Arial"/>
                          <a:cs typeface="Arial"/>
                        </a:rPr>
                        <a:t>UI</a:t>
                      </a:r>
                    </a:p>
                    <a:p>
                      <a:pPr algn="ctr">
                        <a:buNone/>
                      </a:pPr>
                      <a:r>
                        <a:rPr sz="819" b="1">
                          <a:solidFill>
                            <a:srgbClr val="08285E"/>
                          </a:solidFill>
                          <a:latin typeface="Arial"/>
                          <a:ea typeface="Arial"/>
                          <a:cs typeface="Arial"/>
                        </a:rPr>
                        <a:t>(%)</a:t>
                      </a:r>
                    </a:p>
                  </a:txBody>
                  <a:tcPr marL="45720" marR="45720" marT="18288" marB="18288" anchor="ctr">
                    <a:solidFill>
                      <a:srgbClr val="D4EAFB"/>
                    </a:solidFill>
                  </a:tcPr>
                </a:tc>
                <a:tc>
                  <a:txBody>
                    <a:bodyPr/>
                    <a:lstStyle/>
                    <a:p>
                      <a:pPr algn="ctr">
                        <a:buNone/>
                      </a:pPr>
                      <a:r>
                        <a:rPr sz="819" b="1">
                          <a:solidFill>
                            <a:srgbClr val="08285E"/>
                          </a:solidFill>
                          <a:latin typeface="Arial"/>
                          <a:ea typeface="Arial"/>
                          <a:cs typeface="Arial"/>
                        </a:rPr>
                        <a:t>Kết quả - KQ</a:t>
                      </a:r>
                    </a:p>
                    <a:p>
                      <a:pPr algn="ctr">
                        <a:buNone/>
                      </a:pPr>
                      <a:r>
                        <a:rPr sz="819" b="1">
                          <a:solidFill>
                            <a:srgbClr val="08285E"/>
                          </a:solidFill>
                          <a:latin typeface="Arial"/>
                          <a:ea typeface="Arial"/>
                          <a:cs typeface="Arial"/>
                        </a:rPr>
                        <a:t>(%)</a:t>
                      </a:r>
                    </a:p>
                  </a:txBody>
                  <a:tcPr marL="45720" marR="45720" marT="18288" marB="18288" anchor="ctr">
                    <a:solidFill>
                      <a:srgbClr val="D4EAFB"/>
                    </a:solidFill>
                  </a:tcPr>
                </a:tc>
              </a:tr>
              <a:tr h="374904">
                <a:tc>
                  <a:txBody>
                    <a:bodyPr/>
                    <a:lstStyle/>
                    <a:p>
                      <a:pPr algn="ctr">
                        <a:buNone/>
                      </a:pPr>
                      <a:r>
                        <a:rPr sz="860" b="0">
                          <a:solidFill>
                            <a:srgbClr val="526074"/>
                          </a:solidFill>
                          <a:latin typeface="Arial"/>
                          <a:ea typeface="Arial"/>
                          <a:cs typeface="Arial"/>
                        </a:rPr>
                        <a:t>1</a:t>
                      </a:r>
                    </a:p>
                  </a:txBody>
                  <a:tcPr marL="45720" marR="45720" marT="18288" marB="18288" anchor="ctr">
                    <a:solidFill>
                      <a:srgbClr val="FFFFFF"/>
                    </a:solidFill>
                  </a:tcPr>
                </a:tc>
                <a:tc>
                  <a:txBody>
                    <a:bodyPr/>
                    <a:lstStyle/>
                    <a:p>
                      <a:pPr algn="l">
                        <a:buNone/>
                      </a:pPr>
                      <a:r>
                        <a:rPr sz="860" b="0">
                          <a:solidFill>
                            <a:srgbClr val="526074"/>
                          </a:solidFill>
                          <a:latin typeface="Arial"/>
                          <a:ea typeface="Arial"/>
                          <a:cs typeface="Arial"/>
                        </a:rPr>
                        <a:t>Trần Quốc Phong</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PK04300</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95%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55%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70%</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16%</a:t>
                      </a:r>
                    </a:p>
                  </a:txBody>
                  <a:tcPr marL="45720" marR="45720" marT="18288" marB="18288" anchor="ctr">
                    <a:solidFill>
                      <a:srgbClr val="FFFFFF"/>
                    </a:solidFill>
                  </a:tcPr>
                </a:tc>
              </a:tr>
              <a:tr h="374904">
                <a:tc>
                  <a:txBody>
                    <a:bodyPr/>
                    <a:lstStyle/>
                    <a:p>
                      <a:pPr algn="ctr">
                        <a:buNone/>
                      </a:pPr>
                      <a:r>
                        <a:rPr sz="860" b="0">
                          <a:solidFill>
                            <a:srgbClr val="526074"/>
                          </a:solidFill>
                          <a:latin typeface="Arial"/>
                          <a:ea typeface="Arial"/>
                          <a:cs typeface="Arial"/>
                        </a:rPr>
                        <a:t>2</a:t>
                      </a:r>
                    </a:p>
                  </a:txBody>
                  <a:tcPr marL="45720" marR="45720" marT="18288" marB="18288" anchor="ctr">
                    <a:solidFill>
                      <a:srgbClr val="F8FBFF"/>
                    </a:solidFill>
                  </a:tcPr>
                </a:tc>
                <a:tc>
                  <a:txBody>
                    <a:bodyPr/>
                    <a:lstStyle/>
                    <a:p>
                      <a:pPr algn="l">
                        <a:buNone/>
                      </a:pPr>
                      <a:r>
                        <a:rPr sz="860" b="0">
                          <a:solidFill>
                            <a:srgbClr val="526074"/>
                          </a:solidFill>
                          <a:latin typeface="Arial"/>
                          <a:ea typeface="Arial"/>
                          <a:cs typeface="Arial"/>
                        </a:rPr>
                        <a:t>Y Đăng Niê</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PK04105</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85%</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20%</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80%</a:t>
                      </a:r>
                    </a:p>
                  </a:txBody>
                  <a:tcPr marL="45720" marR="45720" marT="18288" marB="18288" anchor="ctr">
                    <a:solidFill>
                      <a:srgbClr val="F8FBFF"/>
                    </a:solidFill>
                  </a:tcPr>
                </a:tc>
                <a:tc>
                  <a:txBody>
                    <a:bodyPr/>
                    <a:lstStyle/>
                    <a:p>
                      <a:pPr algn="ctr">
                        <a:buNone/>
                      </a:pPr>
                      <a:r>
                        <a:rPr sz="850" b="0">
                          <a:solidFill>
                            <a:srgbClr val="526074"/>
                          </a:solidFill>
                          <a:latin typeface="Arial"/>
                          <a:ea typeface="Arial"/>
                          <a:cs typeface="Arial"/>
                        </a:rPr>
                        <a:t>14</a:t>
                      </a:r>
                      <a:r>
                        <a:rPr sz="850" b="0">
                          <a:solidFill>
                            <a:srgbClr val="526074"/>
                          </a:solidFill>
                          <a:latin typeface="Arial"/>
                          <a:ea typeface="Arial"/>
                          <a:cs typeface="Arial"/>
                        </a:rPr>
                        <a:t>%</a:t>
                      </a:r>
                    </a:p>
                  </a:txBody>
                  <a:tcPr marL="45720" marR="45720" marT="18288" marB="18288" anchor="ctr">
                    <a:solidFill>
                      <a:srgbClr val="F8FBFF"/>
                    </a:solidFill>
                  </a:tcPr>
                </a:tc>
              </a:tr>
              <a:tr h="374904">
                <a:tc>
                  <a:txBody>
                    <a:bodyPr/>
                    <a:lstStyle/>
                    <a:p>
                      <a:pPr algn="ctr">
                        <a:buNone/>
                      </a:pPr>
                      <a:r>
                        <a:rPr sz="860" b="0">
                          <a:solidFill>
                            <a:srgbClr val="526074"/>
                          </a:solidFill>
                          <a:latin typeface="Arial"/>
                          <a:ea typeface="Arial"/>
                          <a:cs typeface="Arial"/>
                        </a:rPr>
                        <a:t>3</a:t>
                      </a:r>
                    </a:p>
                  </a:txBody>
                  <a:tcPr marL="45720" marR="45720" marT="18288" marB="18288" anchor="ctr">
                    <a:solidFill>
                      <a:srgbClr val="FFFFFF"/>
                    </a:solidFill>
                  </a:tcPr>
                </a:tc>
                <a:tc>
                  <a:txBody>
                    <a:bodyPr/>
                    <a:lstStyle/>
                    <a:p>
                      <a:pPr algn="l">
                        <a:buNone/>
                      </a:pPr>
                      <a:r>
                        <a:rPr sz="860" b="0">
                          <a:solidFill>
                            <a:srgbClr val="526074"/>
                          </a:solidFill>
                          <a:latin typeface="Arial"/>
                          <a:ea typeface="Arial"/>
                          <a:cs typeface="Arial"/>
                        </a:rPr>
                        <a:t>Y Pak Ayŭn</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PK04230</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35%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95%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55%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14%</a:t>
                      </a:r>
                    </a:p>
                  </a:txBody>
                  <a:tcPr marL="45720" marR="45720" marT="18288" marB="18288" anchor="ctr">
                    <a:solidFill>
                      <a:srgbClr val="FFFFFF"/>
                    </a:solidFill>
                  </a:tcPr>
                </a:tc>
              </a:tr>
              <a:tr h="374904">
                <a:tc>
                  <a:txBody>
                    <a:bodyPr/>
                    <a:lstStyle/>
                    <a:p>
                      <a:pPr algn="ctr">
                        <a:buNone/>
                      </a:pPr>
                      <a:r>
                        <a:rPr sz="860" b="0">
                          <a:solidFill>
                            <a:srgbClr val="526074"/>
                          </a:solidFill>
                          <a:latin typeface="Arial"/>
                          <a:ea typeface="Arial"/>
                          <a:cs typeface="Arial"/>
                        </a:rPr>
                        <a:t>4</a:t>
                      </a:r>
                    </a:p>
                  </a:txBody>
                  <a:tcPr marL="45720" marR="45720" marT="18288" marB="18288" anchor="ctr">
                    <a:solidFill>
                      <a:srgbClr val="F8FBFF"/>
                    </a:solidFill>
                  </a:tcPr>
                </a:tc>
                <a:tc>
                  <a:txBody>
                    <a:bodyPr/>
                    <a:lstStyle/>
                    <a:p>
                      <a:pPr algn="l">
                        <a:buNone/>
                      </a:pPr>
                      <a:r>
                        <a:rPr sz="860" b="0">
                          <a:solidFill>
                            <a:srgbClr val="526074"/>
                          </a:solidFill>
                          <a:latin typeface="Arial"/>
                          <a:ea typeface="Arial"/>
                          <a:cs typeface="Arial"/>
                        </a:rPr>
                        <a:t>Lạc Mạnh Quân Êban</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PK04165</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85%</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20%</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85%</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13%</a:t>
                      </a:r>
                    </a:p>
                  </a:txBody>
                  <a:tcPr marL="45720" marR="45720" marT="18288" marB="18288" anchor="ctr">
                    <a:solidFill>
                      <a:srgbClr val="F8FBFF"/>
                    </a:solidFill>
                  </a:tcPr>
                </a:tc>
              </a:tr>
              <a:tr h="374904">
                <a:tc>
                  <a:txBody>
                    <a:bodyPr/>
                    <a:lstStyle/>
                    <a:p>
                      <a:pPr algn="ctr">
                        <a:buNone/>
                      </a:pPr>
                      <a:r>
                        <a:rPr sz="860" b="0">
                          <a:solidFill>
                            <a:srgbClr val="526074"/>
                          </a:solidFill>
                          <a:latin typeface="Arial"/>
                          <a:ea typeface="Arial"/>
                          <a:cs typeface="Arial"/>
                        </a:rPr>
                        <a:t>5</a:t>
                      </a:r>
                    </a:p>
                  </a:txBody>
                  <a:tcPr marL="45720" marR="45720" marT="18288" marB="18288" anchor="ctr">
                    <a:solidFill>
                      <a:srgbClr val="FFFFFF"/>
                    </a:solidFill>
                  </a:tcPr>
                </a:tc>
                <a:tc>
                  <a:txBody>
                    <a:bodyPr/>
                    <a:lstStyle/>
                    <a:p>
                      <a:pPr algn="l">
                        <a:buNone/>
                      </a:pPr>
                      <a:r>
                        <a:rPr sz="860" b="0">
                          <a:solidFill>
                            <a:srgbClr val="526074"/>
                          </a:solidFill>
                          <a:latin typeface="Arial"/>
                          <a:ea typeface="Arial"/>
                          <a:cs typeface="Arial"/>
                        </a:rPr>
                        <a:t>Lê Ngọc Tài</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PK04328</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80%</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35%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95%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15%</a:t>
                      </a:r>
                    </a:p>
                  </a:txBody>
                  <a:tcPr marL="45720" marR="45720" marT="18288" marB="18288" anchor="ctr">
                    <a:solidFill>
                      <a:srgbClr val="FFFFFF"/>
                    </a:solidFill>
                  </a:tcPr>
                </a:tc>
              </a:tr>
              <a:tr h="374904">
                <a:tc>
                  <a:txBody>
                    <a:bodyPr/>
                    <a:lstStyle/>
                    <a:p>
                      <a:pPr algn="ctr">
                        <a:buNone/>
                      </a:pPr>
                      <a:r>
                        <a:rPr sz="860" b="0">
                          <a:solidFill>
                            <a:srgbClr val="526074"/>
                          </a:solidFill>
                          <a:latin typeface="Arial"/>
                          <a:ea typeface="Arial"/>
                          <a:cs typeface="Arial"/>
                        </a:rPr>
                        <a:t>6</a:t>
                      </a:r>
                    </a:p>
                  </a:txBody>
                  <a:tcPr marL="45720" marR="45720" marT="18288" marB="18288" anchor="ctr">
                    <a:solidFill>
                      <a:srgbClr val="F8FBFF"/>
                    </a:solidFill>
                  </a:tcPr>
                </a:tc>
                <a:tc>
                  <a:txBody>
                    <a:bodyPr/>
                    <a:lstStyle/>
                    <a:p>
                      <a:pPr algn="l">
                        <a:buNone/>
                      </a:pPr>
                      <a:r>
                        <a:rPr sz="860" b="0">
                          <a:solidFill>
                            <a:srgbClr val="526074"/>
                          </a:solidFill>
                          <a:latin typeface="Arial"/>
                          <a:ea typeface="Arial"/>
                          <a:cs typeface="Arial"/>
                        </a:rPr>
                        <a:t>Quách Đức Thành</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PK04326</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80%</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65%</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85%</a:t>
                      </a:r>
                    </a:p>
                  </a:txBody>
                  <a:tcPr marL="45720" marR="45720" marT="18288" marB="18288" anchor="ctr">
                    <a:solidFill>
                      <a:srgbClr val="F8FBFF"/>
                    </a:solidFill>
                  </a:tcPr>
                </a:tc>
                <a:tc>
                  <a:txBody>
                    <a:bodyPr/>
                    <a:lstStyle/>
                    <a:p>
                      <a:pPr algn="ctr">
                        <a:buNone/>
                      </a:pPr>
                      <a:r>
                        <a:rPr sz="860" b="0">
                          <a:solidFill>
                            <a:srgbClr val="526074"/>
                          </a:solidFill>
                          <a:latin typeface="Arial"/>
                          <a:ea typeface="Arial"/>
                          <a:cs typeface="Arial"/>
                        </a:rPr>
                        <a:t>12%</a:t>
                      </a:r>
                    </a:p>
                  </a:txBody>
                  <a:tcPr marL="45720" marR="45720" marT="18288" marB="18288" anchor="ctr">
                    <a:solidFill>
                      <a:srgbClr val="F8FBFF"/>
                    </a:solidFill>
                  </a:tcPr>
                </a:tc>
              </a:tr>
              <a:tr h="374904">
                <a:tc>
                  <a:txBody>
                    <a:bodyPr/>
                    <a:lstStyle/>
                    <a:p>
                      <a:pPr algn="ctr">
                        <a:buNone/>
                      </a:pPr>
                      <a:r>
                        <a:rPr sz="860" b="0">
                          <a:solidFill>
                            <a:srgbClr val="526074"/>
                          </a:solidFill>
                          <a:latin typeface="Arial"/>
                          <a:ea typeface="Arial"/>
                          <a:cs typeface="Arial"/>
                        </a:rPr>
                        <a:t>7</a:t>
                      </a:r>
                    </a:p>
                  </a:txBody>
                  <a:tcPr marL="45720" marR="45720" marT="18288" marB="18288" anchor="ctr">
                    <a:solidFill>
                      <a:srgbClr val="FFFFFF"/>
                    </a:solidFill>
                  </a:tcPr>
                </a:tc>
                <a:tc>
                  <a:txBody>
                    <a:bodyPr/>
                    <a:lstStyle/>
                    <a:p>
                      <a:pPr algn="l">
                        <a:buNone/>
                      </a:pPr>
                      <a:r>
                        <a:rPr sz="860" b="0">
                          <a:solidFill>
                            <a:srgbClr val="526074"/>
                          </a:solidFill>
                          <a:latin typeface="Arial"/>
                          <a:ea typeface="Arial"/>
                          <a:cs typeface="Arial"/>
                        </a:rPr>
                        <a:t>Y Thiết Niê</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PK04279</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75%</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20%</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90%</a:t>
                      </a:r>
                    </a:p>
                  </a:txBody>
                  <a:tcPr marL="45720" marR="45720" marT="18288" marB="18288" anchor="ctr">
                    <a:solidFill>
                      <a:srgbClr val="FFFFFF"/>
                    </a:solidFill>
                  </a:tcPr>
                </a:tc>
                <a:tc>
                  <a:txBody>
                    <a:bodyPr/>
                    <a:lstStyle/>
                    <a:p>
                      <a:pPr algn="ctr">
                        <a:buNone/>
                      </a:pPr>
                      <a:r>
                        <a:rPr sz="860" b="0">
                          <a:solidFill>
                            <a:srgbClr val="526074"/>
                          </a:solidFill>
                          <a:latin typeface="Arial"/>
                          <a:ea typeface="Arial"/>
                          <a:cs typeface="Arial"/>
                        </a:rPr>
                        <a:t>12%</a:t>
                      </a:r>
                    </a:p>
                  </a:txBody>
                  <a:tcPr marL="45720" marR="45720" marT="18288" marB="18288" anchor="ctr">
                    <a:solidFill>
                      <a:srgbClr val="FFFFFF"/>
                    </a:solidFill>
                  </a:tcPr>
                </a:tc>
              </a:tr>
              <a:tr h="374904">
                <a:tc>
                  <a:txBody>
                    <a:bodyPr/>
                    <a:lstStyle/>
                    <a:p>
                      <a:pPr algn="ctr">
                        <a:buNone/>
                      </a:pPr>
                      <a:endParaRPr/>
                    </a:p>
                  </a:txBody>
                  <a:tcPr marL="45720" marR="45720" marT="18288" marB="18288" anchor="ctr">
                    <a:solidFill>
                      <a:srgbClr val="F8FBFF"/>
                    </a:solidFill>
                  </a:tcPr>
                </a:tc>
                <a:tc>
                  <a:txBody>
                    <a:bodyPr/>
                    <a:lstStyle/>
                    <a:p>
                      <a:pPr algn="l">
                        <a:buNone/>
                      </a:pPr>
                      <a:r>
                        <a:rPr sz="860" b="1">
                          <a:solidFill>
                            <a:srgbClr val="526074"/>
                          </a:solidFill>
                          <a:latin typeface="Arial"/>
                          <a:ea typeface="Arial"/>
                          <a:cs typeface="Arial"/>
                        </a:rPr>
                        <a:t>Tổng</a:t>
                      </a:r>
                    </a:p>
                  </a:txBody>
                  <a:tcPr marL="45720" marR="45720" marT="18288" marB="18288" anchor="ctr">
                    <a:solidFill>
                      <a:srgbClr val="F8FBFF"/>
                    </a:solidFill>
                  </a:tcPr>
                </a:tc>
                <a:tc>
                  <a:txBody>
                    <a:bodyPr/>
                    <a:lstStyle/>
                    <a:p>
                      <a:pPr algn="ctr">
                        <a:buNone/>
                      </a:pPr>
                      <a:endParaRPr/>
                    </a:p>
                  </a:txBody>
                  <a:tcPr marL="45720" marR="45720" marT="18288" marB="18288" anchor="ctr">
                    <a:solidFill>
                      <a:srgbClr val="F8FBFF"/>
                    </a:solidFill>
                  </a:tcPr>
                </a:tc>
                <a:tc>
                  <a:txBody>
                    <a:bodyPr/>
                    <a:lstStyle/>
                    <a:p>
                      <a:pPr algn="ctr">
                        <a:buNone/>
                      </a:pPr>
                      <a:endParaRPr/>
                    </a:p>
                  </a:txBody>
                  <a:tcPr marL="45720" marR="45720" marT="18288" marB="18288" anchor="ctr">
                    <a:solidFill>
                      <a:srgbClr val="F8FBFF"/>
                    </a:solidFill>
                  </a:tcPr>
                </a:tc>
                <a:tc>
                  <a:txBody>
                    <a:bodyPr/>
                    <a:lstStyle/>
                    <a:p>
                      <a:pPr algn="ctr">
                        <a:buNone/>
                      </a:pPr>
                      <a:endParaRPr/>
                    </a:p>
                  </a:txBody>
                  <a:tcPr marL="45720" marR="45720" marT="18288" marB="18288" anchor="ctr">
                    <a:solidFill>
                      <a:srgbClr val="F8FBFF"/>
                    </a:solidFill>
                  </a:tcPr>
                </a:tc>
                <a:tc>
                  <a:txBody>
                    <a:bodyPr/>
                    <a:lstStyle/>
                    <a:p>
                      <a:pPr algn="ctr">
                        <a:buNone/>
                      </a:pPr>
                      <a:endParaRPr/>
                    </a:p>
                  </a:txBody>
                  <a:tcPr marL="45720" marR="45720" marT="18288" marB="18288" anchor="ctr">
                    <a:solidFill>
                      <a:srgbClr val="F8FBFF"/>
                    </a:solidFill>
                  </a:tcPr>
                </a:tc>
                <a:tc>
                  <a:txBody>
                    <a:bodyPr/>
                    <a:lstStyle/>
                    <a:p>
                      <a:pPr algn="ctr">
                        <a:buNone/>
                      </a:pPr>
                      <a:r>
                        <a:rPr sz="860" b="1">
                          <a:solidFill>
                            <a:srgbClr val="526074"/>
                          </a:solidFill>
                          <a:latin typeface="Arial"/>
                          <a:ea typeface="Arial"/>
                          <a:cs typeface="Arial"/>
                        </a:rPr>
                        <a:t>100%</a:t>
                      </a:r>
                    </a:p>
                  </a:txBody>
                  <a:tcPr marL="45720" marR="45720" marT="18288" marB="18288" anchor="ctr">
                    <a:solidFill>
                      <a:srgbClr val="F8FBFF"/>
                    </a:solidFill>
                  </a:tcPr>
                </a:tc>
              </a:tr>
            </a:tbl>
          </a:graphicData>
        </a:graphic>
      </p:graphicFrame>
      <p:sp>
        <p:nvSpPr>
          <p:cNvPr id="16" name="Rounded Rectangle 15">
            <a:extLst xmlns:a="http://schemas.openxmlformats.org/drawingml/2006/main">
              <a:ext uri="{FF2B5EF4-FFF2-40B4-BE49-F238E27FC236}">
                <a16:creationId xmlns:a16="http://schemas.microsoft.com/office/drawing/2014/main" id="{02FE6B26-C67D-4EAC-8E07-D5583E860B71}"/>
              </a:ext>
            </a:extLst>
          </p:cNvPr>
          <p:cNvSpPr>
            <a:spLocks xmlns:a="http://schemas.openxmlformats.org/drawingml/2006/main" noGrp="1"/>
          </p:cNvSpPr>
          <p:nvPr/>
        </p:nvSpPr>
        <p:spPr>
          <a:xfrm xmlns:a="http://schemas.openxmlformats.org/drawingml/2006/main">
            <a:off x="9710928" y="1847088"/>
            <a:ext cx="1097280" cy="1078992"/>
          </a:xfrm>
          <a:prstGeom xmlns:a="http://schemas.openxmlformats.org/drawingml/2006/main" prst="roundRect">
            <a:avLst/>
          </a:prstGeom>
          <a:solidFill xmlns:a="http://schemas.openxmlformats.org/drawingml/2006/main">
            <a:srgbClr val="E8F5FF"/>
          </a:solidFill>
          <a:ln xmlns:a="http://schemas.openxmlformats.org/drawingml/2006/main" w="10160">
            <a:solidFill>
              <a:srgbClr val="1D69D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7AA10-222D-4E0C-8897-064656063873}"/>
              </a:ext>
            </a:extLst>
          </p:cNvPr>
          <p:cNvSpPr>
            <a:spLocks xmlns:a="http://schemas.openxmlformats.org/drawingml/2006/main" noGrp="1"/>
          </p:cNvSpPr>
          <p:nvPr/>
        </p:nvSpPr>
        <p:spPr>
          <a:xfrm xmlns:a="http://schemas.openxmlformats.org/drawingml/2006/main">
            <a:off x="9802368" y="1965960"/>
            <a:ext cx="914400" cy="182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50" b="1">
                <a:solidFill>
                  <a:srgbClr val="1D69DC"/>
                </a:solidFill>
                <a:latin typeface="Arial"/>
                <a:ea typeface="Arial"/>
                <a:cs typeface="Arial"/>
              </a:rPr>
              <a:t>THÀNH VIÊN</a:t>
            </a:r>
          </a:p>
        </p:txBody>
      </p:sp>
      <p:sp>
        <p:nvSpPr>
          <p:cNvPr id="18" name="TextBox 17">
            <a:extLst xmlns:a="http://schemas.openxmlformats.org/drawingml/2006/main">
              <a:ext uri="{FF2B5EF4-FFF2-40B4-BE49-F238E27FC236}">
                <a16:creationId xmlns:a16="http://schemas.microsoft.com/office/drawing/2014/main" id="{1221F66B-B327-4E7F-9209-DF5C4122C99A}"/>
              </a:ext>
            </a:extLst>
          </p:cNvPr>
          <p:cNvSpPr>
            <a:spLocks xmlns:a="http://schemas.openxmlformats.org/drawingml/2006/main" noGrp="1"/>
          </p:cNvSpPr>
          <p:nvPr/>
        </p:nvSpPr>
        <p:spPr>
          <a:xfrm xmlns:a="http://schemas.openxmlformats.org/drawingml/2006/main">
            <a:off x="9802368" y="2212848"/>
            <a:ext cx="914400" cy="34747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300" b="1">
                <a:solidFill>
                  <a:srgbClr val="08285E"/>
                </a:solidFill>
                <a:latin typeface="Arial"/>
                <a:ea typeface="Arial"/>
                <a:cs typeface="Arial"/>
              </a:rPr>
              <a:t>07</a:t>
            </a:r>
          </a:p>
        </p:txBody>
      </p:sp>
      <p:sp>
        <p:nvSpPr>
          <p:cNvPr id="19" name="Rounded Rectangle 18">
            <a:extLst xmlns:a="http://schemas.openxmlformats.org/drawingml/2006/main">
              <a:ext uri="{FF2B5EF4-FFF2-40B4-BE49-F238E27FC236}">
                <a16:creationId xmlns:a16="http://schemas.microsoft.com/office/drawing/2014/main" id="{610B9D58-EA21-4EBB-B87E-053E4EF7BC44}"/>
              </a:ext>
            </a:extLst>
          </p:cNvPr>
          <p:cNvSpPr>
            <a:spLocks xmlns:a="http://schemas.openxmlformats.org/drawingml/2006/main" noGrp="1"/>
          </p:cNvSpPr>
          <p:nvPr/>
        </p:nvSpPr>
        <p:spPr>
          <a:xfrm xmlns:a="http://schemas.openxmlformats.org/drawingml/2006/main">
            <a:off x="9710928" y="3108960"/>
            <a:ext cx="1097280" cy="1078992"/>
          </a:xfrm>
          <a:prstGeom xmlns:a="http://schemas.openxmlformats.org/drawingml/2006/main" prst="roundRect">
            <a:avLst/>
          </a:prstGeom>
          <a:solidFill xmlns:a="http://schemas.openxmlformats.org/drawingml/2006/main">
            <a:srgbClr val="F8FBFF"/>
          </a:solidFill>
          <a:ln xmlns:a="http://schemas.openxmlformats.org/drawingml/2006/main" w="10160">
            <a:solidFill>
              <a:srgbClr val="23A06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67766858-355A-414B-8963-8081420B1760}"/>
              </a:ext>
            </a:extLst>
          </p:cNvPr>
          <p:cNvSpPr>
            <a:spLocks xmlns:a="http://schemas.openxmlformats.org/drawingml/2006/main" noGrp="1"/>
          </p:cNvSpPr>
          <p:nvPr/>
        </p:nvSpPr>
        <p:spPr>
          <a:xfrm xmlns:a="http://schemas.openxmlformats.org/drawingml/2006/main">
            <a:off x="9802368" y="3227832"/>
            <a:ext cx="914400" cy="182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50" b="1">
                <a:solidFill>
                  <a:srgbClr val="23A069"/>
                </a:solidFill>
                <a:latin typeface="Arial"/>
                <a:ea typeface="Arial"/>
                <a:cs typeface="Arial"/>
              </a:rPr>
              <a:t>TỔNG KQ</a:t>
            </a:r>
          </a:p>
        </p:txBody>
      </p:sp>
      <p:sp>
        <p:nvSpPr>
          <p:cNvPr id="21" name="TextBox 20">
            <a:extLst xmlns:a="http://schemas.openxmlformats.org/drawingml/2006/main">
              <a:ext uri="{FF2B5EF4-FFF2-40B4-BE49-F238E27FC236}">
                <a16:creationId xmlns:a16="http://schemas.microsoft.com/office/drawing/2014/main" id="{3FCF8B5D-5E94-420F-891E-64CEAE21A5AC}"/>
              </a:ext>
            </a:extLst>
          </p:cNvPr>
          <p:cNvSpPr>
            <a:spLocks xmlns:a="http://schemas.openxmlformats.org/drawingml/2006/main" noGrp="1"/>
          </p:cNvSpPr>
          <p:nvPr/>
        </p:nvSpPr>
        <p:spPr>
          <a:xfrm xmlns:a="http://schemas.openxmlformats.org/drawingml/2006/main">
            <a:off x="9802368" y="3474720"/>
            <a:ext cx="914400" cy="34747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800" b="1">
                <a:solidFill>
                  <a:srgbClr val="23A069"/>
                </a:solidFill>
                <a:latin typeface="Arial"/>
                <a:ea typeface="Arial"/>
                <a:cs typeface="Arial"/>
              </a:rPr>
              <a:t>100%</a:t>
            </a:r>
          </a:p>
        </p:txBody>
      </p:sp>
      <p:sp>
        <p:nvSpPr>
          <p:cNvPr id="22" name="Rounded Rectangle 21">
            <a:extLst xmlns:a="http://schemas.openxmlformats.org/drawingml/2006/main">
              <a:ext uri="{FF2B5EF4-FFF2-40B4-BE49-F238E27FC236}">
                <a16:creationId xmlns:a16="http://schemas.microsoft.com/office/drawing/2014/main" id="{3972FD81-A045-4895-B7EE-7BD4771E45AD}"/>
              </a:ext>
            </a:extLst>
          </p:cNvPr>
          <p:cNvSpPr>
            <a:spLocks xmlns:a="http://schemas.openxmlformats.org/drawingml/2006/main" noGrp="1"/>
          </p:cNvSpPr>
          <p:nvPr/>
        </p:nvSpPr>
        <p:spPr>
          <a:xfrm xmlns:a="http://schemas.openxmlformats.org/drawingml/2006/main">
            <a:off x="9710928" y="4370832"/>
            <a:ext cx="1097280" cy="1078992"/>
          </a:xfrm>
          <a:prstGeom xmlns:a="http://schemas.openxmlformats.org/drawingml/2006/main" prst="roundRect">
            <a:avLst/>
          </a:prstGeom>
          <a:solidFill xmlns:a="http://schemas.openxmlformats.org/drawingml/2006/main">
            <a:srgbClr val="FFFFFF"/>
          </a:solidFill>
          <a:ln xmlns:a="http://schemas.openxmlformats.org/drawingml/2006/main" w="10160">
            <a:solidFill>
              <a:srgbClr val="BED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3BAA8F5A-95BE-4004-B8E4-573871497047}"/>
              </a:ext>
            </a:extLst>
          </p:cNvPr>
          <p:cNvSpPr>
            <a:spLocks xmlns:a="http://schemas.openxmlformats.org/drawingml/2006/main" noGrp="1"/>
          </p:cNvSpPr>
          <p:nvPr/>
        </p:nvSpPr>
        <p:spPr>
          <a:xfrm xmlns:a="http://schemas.openxmlformats.org/drawingml/2006/main">
            <a:off x="9802368" y="4489704"/>
            <a:ext cx="914400" cy="182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50" b="1">
                <a:solidFill>
                  <a:srgbClr val="526074"/>
                </a:solidFill>
                <a:latin typeface="Arial"/>
                <a:ea typeface="Arial"/>
                <a:cs typeface="Arial"/>
              </a:rPr>
              <a:t>TIÊU CHÍ</a:t>
            </a:r>
          </a:p>
        </p:txBody>
      </p:sp>
      <p:sp>
        <p:nvSpPr>
          <p:cNvPr id="24" name="TextBox 23">
            <a:extLst xmlns:a="http://schemas.openxmlformats.org/drawingml/2006/main">
              <a:ext uri="{FF2B5EF4-FFF2-40B4-BE49-F238E27FC236}">
                <a16:creationId xmlns:a16="http://schemas.microsoft.com/office/drawing/2014/main" id="{2CFF6AA1-1721-4C70-A302-737CE3FA0D9F}"/>
              </a:ext>
            </a:extLst>
          </p:cNvPr>
          <p:cNvSpPr>
            <a:spLocks xmlns:a="http://schemas.openxmlformats.org/drawingml/2006/main" noGrp="1"/>
          </p:cNvSpPr>
          <p:nvPr/>
        </p:nvSpPr>
        <p:spPr>
          <a:xfrm xmlns:a="http://schemas.openxmlformats.org/drawingml/2006/main">
            <a:off x="9802368" y="4736592"/>
            <a:ext cx="914400" cy="34747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900" b="1">
                <a:solidFill>
                  <a:srgbClr val="08285E"/>
                </a:solidFill>
                <a:latin typeface="Arial"/>
                <a:ea typeface="Arial"/>
                <a:cs typeface="Arial"/>
              </a:rPr>
              <a:t>Code
Docs • UI</a:t>
            </a:r>
          </a:p>
        </p:txBody>
      </p:sp>
      <p:sp>
        <p:nvSpPr>
          <p:cNvPr id="25" name="TextBox 24">
            <a:extLst xmlns:a="http://schemas.openxmlformats.org/drawingml/2006/main">
              <a:ext uri="{FF2B5EF4-FFF2-40B4-BE49-F238E27FC236}">
                <a16:creationId xmlns:a16="http://schemas.microsoft.com/office/drawing/2014/main" id="{BB1C1979-6712-41BD-BAA9-3D7F67EB2CD7}"/>
              </a:ext>
            </a:extLst>
          </p:cNvPr>
          <p:cNvSpPr>
            <a:spLocks xmlns:a="http://schemas.openxmlformats.org/drawingml/2006/main" noGrp="1"/>
          </p:cNvSpPr>
          <p:nvPr/>
        </p:nvSpPr>
        <p:spPr>
          <a:xfrm xmlns:a="http://schemas.openxmlformats.org/drawingml/2006/main">
            <a:off x="1417320" y="5596128"/>
            <a:ext cx="768096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00" b="0">
                <a:solidFill>
                  <a:srgbClr val="526074"/>
                </a:solidFill>
                <a:latin typeface="Arial"/>
                <a:ea typeface="Arial"/>
                <a:cs typeface="Arial"/>
              </a:rPr>
              <a:t>Đánh giá dựa trên mức độ tham gia vào Code, tài liệu (Docs), giao diện (UI) và kết quả đóng góp chung.</a:t>
            </a:r>
          </a:p>
        </p:txBody>
      </p:sp>
      <p:sp>
        <p:nvSpPr>
          <p:cNvPr id="26" name="TextBox 25">
            <a:extLst xmlns:a="http://schemas.openxmlformats.org/drawingml/2006/main">
              <a:ext uri="{FF2B5EF4-FFF2-40B4-BE49-F238E27FC236}">
                <a16:creationId xmlns:a16="http://schemas.microsoft.com/office/drawing/2014/main" id="{418879D9-F33B-4D69-97C1-1F04AE0ADEBF}"/>
              </a:ext>
            </a:extLst>
          </p:cNvPr>
          <p:cNvSpPr>
            <a:spLocks xmlns:a="http://schemas.openxmlformats.org/drawingml/2006/main" noGrp="1"/>
          </p:cNvSpPr>
          <p:nvPr/>
        </p:nvSpPr>
        <p:spPr>
          <a:xfrm xmlns:a="http://schemas.openxmlformats.org/drawingml/2006/main">
            <a:off x="1097280" y="6473952"/>
            <a:ext cx="2926080" cy="14630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50" b="0">
                <a:solidFill>
                  <a:srgbClr val="526074"/>
                </a:solidFill>
                <a:latin typeface="Arial"/>
                <a:ea typeface="Arial"/>
                <a:cs typeface="Arial"/>
              </a:rPr>
              <a:t>WEBSITE LAPTOP &amp; ACCESSORIES</a:t>
            </a:r>
          </a:p>
        </p:txBody>
      </p:sp>
      <p:pic>
        <p:nvPicPr>
          <p:cNvPr id="54" name="Picture 27"/>
          <p:cNvPicPr>
            <a:picLocks xmlns:a="http://schemas.openxmlformats.org/drawingml/2006/main" noChangeAspect="1"/>
          </p:cNvPicPr>
          <p:nvPr/>
        </p:nvPicPr>
        <p:blipFill>
          <a:blip xmlns:r="http://schemas.openxmlformats.org/officeDocument/2006/relationships" xmlns:a="http://schemas.openxmlformats.org/drawingml/2006/main" r:embed="R6bc01be27f7d49f0"/>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64365186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EBD7044E-E063-4C13-9844-AF32642EF518}"/>
              </a:ext>
            </a:extLst>
          </p:cNvPr>
          <p:cNvSpPr>
            <a:spLocks xmlns:a="http://schemas.openxmlformats.org/drawingml/2006/main" noGrp="1"/>
          </p:cNvSpPr>
          <p:nvPr/>
        </p:nvSpPr>
        <p:spPr>
          <a:xfrm xmlns:a="http://schemas.openxmlformats.org/drawingml/2006/main">
            <a:off x="713232" y="987551"/>
            <a:ext cx="10744200" cy="4727449"/>
          </a:xfrm>
          <a:prstGeom xmlns:a="http://schemas.openxmlformats.org/drawingml/2006/main" prst="roundRect">
            <a:avLst/>
          </a:prstGeom>
          <a:solidFill xmlns:a="http://schemas.openxmlformats.org/drawingml/2006/main">
            <a:srgbClr val="E2F3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nector 2">
            <a:extLst xmlns:a="http://schemas.openxmlformats.org/drawingml/2006/main">
              <a:ext uri="{FF2B5EF4-FFF2-40B4-BE49-F238E27FC236}">
                <a16:creationId xmlns:a16="http://schemas.microsoft.com/office/drawing/2014/main" id="{8FAB2ECF-BDEE-4BF1-B70A-A4A4F0539C6F}"/>
              </a:ext>
            </a:extLst>
          </p:cNvPr>
          <p:cNvSpPr>
            <a:spLocks xmlns:a="http://schemas.openxmlformats.org/drawingml/2006/main" noGrp="1"/>
          </p:cNvSpPr>
          <p:nvPr/>
        </p:nvSpPr>
        <p:spPr>
          <a:xfrm xmlns:a="http://schemas.openxmlformats.org/drawingml/2006/main">
            <a:off x="8458200" y="457200"/>
            <a:ext cx="1325880" cy="274320"/>
          </a:xfrm>
          <a:prstGeom xmlns:a="http://schemas.openxmlformats.org/drawingml/2006/main" prst="line">
            <a:avLst/>
          </a:prstGeom>
          <a:ln xmlns:a="http://schemas.openxmlformats.org/drawingml/2006/main" w="10160">
            <a:solidFill>
              <a:srgbClr val="5A91C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Connector 3">
            <a:extLst xmlns:a="http://schemas.openxmlformats.org/drawingml/2006/main">
              <a:ext uri="{FF2B5EF4-FFF2-40B4-BE49-F238E27FC236}">
                <a16:creationId xmlns:a16="http://schemas.microsoft.com/office/drawing/2014/main" id="{C6F0417E-8C16-4A3B-91A5-E8C791965F50}"/>
              </a:ext>
            </a:extLst>
          </p:cNvPr>
          <p:cNvSpPr>
            <a:spLocks xmlns:a="http://schemas.openxmlformats.org/drawingml/2006/main" noGrp="1"/>
          </p:cNvSpPr>
          <p:nvPr/>
        </p:nvSpPr>
        <p:spPr>
          <a:xfrm xmlns:a="http://schemas.openxmlformats.org/drawingml/2006/main">
            <a:off x="9784080" y="731520"/>
            <a:ext cx="960120" cy="868680"/>
          </a:xfrm>
          <a:prstGeom xmlns:a="http://schemas.openxmlformats.org/drawingml/2006/main" prst="line">
            <a:avLst/>
          </a:prstGeom>
          <a:ln xmlns:a="http://schemas.openxmlformats.org/drawingml/2006/main" w="10160">
            <a:solidFill>
              <a:srgbClr val="5A91C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Oval 4">
            <a:extLst xmlns:a="http://schemas.openxmlformats.org/drawingml/2006/main">
              <a:ext uri="{FF2B5EF4-FFF2-40B4-BE49-F238E27FC236}">
                <a16:creationId xmlns:a16="http://schemas.microsoft.com/office/drawing/2014/main" id="{2BA3D640-A826-49DA-9996-E3B68823F1A8}"/>
              </a:ext>
            </a:extLst>
          </p:cNvPr>
          <p:cNvSpPr>
            <a:spLocks xmlns:a="http://schemas.openxmlformats.org/drawingml/2006/main" noGrp="1"/>
          </p:cNvSpPr>
          <p:nvPr/>
        </p:nvSpPr>
        <p:spPr>
          <a:xfrm xmlns:a="http://schemas.openxmlformats.org/drawingml/2006/main">
            <a:off x="8339327" y="338328"/>
            <a:ext cx="237744" cy="237744"/>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66A1D4CC-DAEC-4783-9FE8-8D18F56D7A6F}"/>
              </a:ext>
            </a:extLst>
          </p:cNvPr>
          <p:cNvSpPr>
            <a:spLocks xmlns:a="http://schemas.openxmlformats.org/drawingml/2006/main" noGrp="1"/>
          </p:cNvSpPr>
          <p:nvPr/>
        </p:nvSpPr>
        <p:spPr>
          <a:xfrm xmlns:a="http://schemas.openxmlformats.org/drawingml/2006/main">
            <a:off x="9674352" y="621792"/>
            <a:ext cx="219456" cy="219456"/>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Oval 6">
            <a:extLst xmlns:a="http://schemas.openxmlformats.org/drawingml/2006/main">
              <a:ext uri="{FF2B5EF4-FFF2-40B4-BE49-F238E27FC236}">
                <a16:creationId xmlns:a16="http://schemas.microsoft.com/office/drawing/2014/main" id="{5890961F-53B9-461F-A206-7DB769A0FD93}"/>
              </a:ext>
            </a:extLst>
          </p:cNvPr>
          <p:cNvSpPr>
            <a:spLocks xmlns:a="http://schemas.openxmlformats.org/drawingml/2006/main" noGrp="1"/>
          </p:cNvSpPr>
          <p:nvPr/>
        </p:nvSpPr>
        <p:spPr>
          <a:xfrm xmlns:a="http://schemas.openxmlformats.org/drawingml/2006/main">
            <a:off x="10488168" y="1344168"/>
            <a:ext cx="512064" cy="512064"/>
          </a:xfrm>
          <a:prstGeom xmlns:a="http://schemas.openxmlformats.org/drawingml/2006/main" prst="ellipse">
            <a:avLst/>
          </a:prstGeom>
          <a:solidFill xmlns:a="http://schemas.openxmlformats.org/drawingml/2006/main">
            <a:srgbClr val="E2F3FF"/>
          </a:solidFill>
          <a:ln xmlns:a="http://schemas.openxmlformats.org/drawingml/2006/main" w="1270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Oval 7">
            <a:extLst xmlns:a="http://schemas.openxmlformats.org/drawingml/2006/main">
              <a:ext uri="{FF2B5EF4-FFF2-40B4-BE49-F238E27FC236}">
                <a16:creationId xmlns:a16="http://schemas.microsoft.com/office/drawing/2014/main" id="{4208373B-8A03-450B-B358-99FD12AC543C}"/>
              </a:ext>
            </a:extLst>
          </p:cNvPr>
          <p:cNvSpPr>
            <a:spLocks xmlns:a="http://schemas.openxmlformats.org/drawingml/2006/main" noGrp="1"/>
          </p:cNvSpPr>
          <p:nvPr/>
        </p:nvSpPr>
        <p:spPr>
          <a:xfrm xmlns:a="http://schemas.openxmlformats.org/drawingml/2006/main">
            <a:off x="10625328" y="1481328"/>
            <a:ext cx="237744" cy="237744"/>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Connector 8">
            <a:extLst xmlns:a="http://schemas.openxmlformats.org/drawingml/2006/main">
              <a:ext uri="{FF2B5EF4-FFF2-40B4-BE49-F238E27FC236}">
                <a16:creationId xmlns:a16="http://schemas.microsoft.com/office/drawing/2014/main" id="{BA3BE8A3-6C8F-442B-85AA-9AC234D85A11}"/>
              </a:ext>
            </a:extLst>
          </p:cNvPr>
          <p:cNvSpPr>
            <a:spLocks xmlns:a="http://schemas.openxmlformats.org/drawingml/2006/main" noGrp="1"/>
          </p:cNvSpPr>
          <p:nvPr/>
        </p:nvSpPr>
        <p:spPr>
          <a:xfrm xmlns:a="http://schemas.openxmlformats.org/drawingml/2006/main">
            <a:off x="411480" y="5486400"/>
            <a:ext cx="960120" cy="640080"/>
          </a:xfrm>
          <a:prstGeom xmlns:a="http://schemas.openxmlformats.org/drawingml/2006/main" prst="line">
            <a:avLst/>
          </a:prstGeom>
          <a:ln xmlns:a="http://schemas.openxmlformats.org/drawingml/2006/main" w="10160">
            <a:solidFill>
              <a:srgbClr val="5A91C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FEF78883-E357-4946-94E9-80AB64A3A356}"/>
              </a:ext>
            </a:extLst>
          </p:cNvPr>
          <p:cNvSpPr>
            <a:spLocks xmlns:a="http://schemas.openxmlformats.org/drawingml/2006/main" noGrp="1"/>
          </p:cNvSpPr>
          <p:nvPr/>
        </p:nvSpPr>
        <p:spPr>
          <a:xfrm xmlns:a="http://schemas.openxmlformats.org/drawingml/2006/main" flipV="1">
            <a:off x="1371600" y="5742432"/>
            <a:ext cx="1508760" cy="384048"/>
          </a:xfrm>
          <a:prstGeom xmlns:a="http://schemas.openxmlformats.org/drawingml/2006/main" prst="line">
            <a:avLst/>
          </a:prstGeom>
          <a:ln xmlns:a="http://schemas.openxmlformats.org/drawingml/2006/main" w="10160">
            <a:solidFill>
              <a:srgbClr val="5A91CD"/>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Oval 10">
            <a:extLst xmlns:a="http://schemas.openxmlformats.org/drawingml/2006/main">
              <a:ext uri="{FF2B5EF4-FFF2-40B4-BE49-F238E27FC236}">
                <a16:creationId xmlns:a16="http://schemas.microsoft.com/office/drawing/2014/main" id="{737CABF9-3679-4047-9C2E-3E8C7516464C}"/>
              </a:ext>
            </a:extLst>
          </p:cNvPr>
          <p:cNvSpPr>
            <a:spLocks xmlns:a="http://schemas.openxmlformats.org/drawingml/2006/main" noGrp="1"/>
          </p:cNvSpPr>
          <p:nvPr/>
        </p:nvSpPr>
        <p:spPr>
          <a:xfrm xmlns:a="http://schemas.openxmlformats.org/drawingml/2006/main">
            <a:off x="320040" y="5394960"/>
            <a:ext cx="182880" cy="182880"/>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36E5C20F-5ACE-4BC3-A51A-9FF7E0373E77}"/>
              </a:ext>
            </a:extLst>
          </p:cNvPr>
          <p:cNvSpPr>
            <a:spLocks xmlns:a="http://schemas.openxmlformats.org/drawingml/2006/main" noGrp="1"/>
          </p:cNvSpPr>
          <p:nvPr/>
        </p:nvSpPr>
        <p:spPr>
          <a:xfrm xmlns:a="http://schemas.openxmlformats.org/drawingml/2006/main">
            <a:off x="1124712" y="5879592"/>
            <a:ext cx="493776" cy="493776"/>
          </a:xfrm>
          <a:prstGeom xmlns:a="http://schemas.openxmlformats.org/drawingml/2006/main" prst="ellipse">
            <a:avLst/>
          </a:prstGeom>
          <a:solidFill xmlns:a="http://schemas.openxmlformats.org/drawingml/2006/main">
            <a:srgbClr val="E2F3FF"/>
          </a:solidFill>
          <a:ln xmlns:a="http://schemas.openxmlformats.org/drawingml/2006/main" w="1270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C775FE47-67A0-4957-B042-FA2388E44594}"/>
              </a:ext>
            </a:extLst>
          </p:cNvPr>
          <p:cNvSpPr>
            <a:spLocks xmlns:a="http://schemas.openxmlformats.org/drawingml/2006/main" noGrp="1"/>
          </p:cNvSpPr>
          <p:nvPr/>
        </p:nvSpPr>
        <p:spPr>
          <a:xfrm xmlns:a="http://schemas.openxmlformats.org/drawingml/2006/main">
            <a:off x="2770632" y="5632704"/>
            <a:ext cx="219456" cy="219456"/>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ounded Rectangle 13">
            <a:extLst xmlns:a="http://schemas.openxmlformats.org/drawingml/2006/main">
              <a:ext uri="{FF2B5EF4-FFF2-40B4-BE49-F238E27FC236}">
                <a16:creationId xmlns:a16="http://schemas.microsoft.com/office/drawing/2014/main" id="{A802E824-C22D-4F1B-BA18-83F7424CBB24}"/>
              </a:ext>
            </a:extLst>
          </p:cNvPr>
          <p:cNvSpPr>
            <a:spLocks xmlns:a="http://schemas.openxmlformats.org/drawingml/2006/main" noGrp="1"/>
          </p:cNvSpPr>
          <p:nvPr/>
        </p:nvSpPr>
        <p:spPr>
          <a:xfrm xmlns:a="http://schemas.openxmlformats.org/drawingml/2006/main">
            <a:off x="1078992" y="1572768"/>
            <a:ext cx="1417320" cy="347472"/>
          </a:xfrm>
          <a:prstGeom xmlns:a="http://schemas.openxmlformats.org/drawingml/2006/main" prst="roundRect">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DD83807-3B08-4406-82AF-0F44E317BFD8}"/>
              </a:ext>
            </a:extLst>
          </p:cNvPr>
          <p:cNvSpPr>
            <a:spLocks xmlns:a="http://schemas.openxmlformats.org/drawingml/2006/main" noGrp="1"/>
          </p:cNvSpPr>
          <p:nvPr/>
        </p:nvSpPr>
        <p:spPr>
          <a:xfrm xmlns:a="http://schemas.openxmlformats.org/drawingml/2006/main">
            <a:off x="1078992" y="1618488"/>
            <a:ext cx="1417320"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000" b="1">
                <a:solidFill>
                  <a:srgbClr val="FFFFFF"/>
                </a:solidFill>
                <a:latin typeface="Arial"/>
                <a:ea typeface="Arial"/>
                <a:cs typeface="Arial"/>
              </a:rPr>
              <a:t>DEMO WEBSITE</a:t>
            </a:r>
          </a:p>
        </p:txBody>
      </p:sp>
      <p:sp>
        <p:nvSpPr>
          <p:cNvPr id="16" name="TextBox 15">
            <a:extLst xmlns:a="http://schemas.openxmlformats.org/drawingml/2006/main">
              <a:ext uri="{FF2B5EF4-FFF2-40B4-BE49-F238E27FC236}">
                <a16:creationId xmlns:a16="http://schemas.microsoft.com/office/drawing/2014/main" id="{6F42E18A-E3CE-4810-B895-D1BCACCB9EA1}"/>
              </a:ext>
            </a:extLst>
          </p:cNvPr>
          <p:cNvSpPr>
            <a:spLocks xmlns:a="http://schemas.openxmlformats.org/drawingml/2006/main" noGrp="1"/>
          </p:cNvSpPr>
          <p:nvPr/>
        </p:nvSpPr>
        <p:spPr>
          <a:xfrm xmlns:a="http://schemas.openxmlformats.org/drawingml/2006/main">
            <a:off x="1065782" y="1983741"/>
            <a:ext cx="4553712" cy="984885"/>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2900" b="1">
                <a:solidFill>
                  <a:srgbClr val="07285F"/>
                </a:solidFill>
                <a:latin typeface="Arial"/>
                <a:ea typeface="Arial"/>
                <a:cs typeface="Arial"/>
              </a:rPr>
              <a:t>Website </a:t>
            </a:r>
            <a:r>
              <a:rPr sz="2900" b="1">
                <a:solidFill>
                  <a:srgbClr val="07285F"/>
                </a:solidFill>
                <a:latin typeface="Arial"/>
                <a:ea typeface="Arial"/>
                <a:cs typeface="Arial"/>
              </a:rPr>
              <a:t>bán</a:t>
            </a:r>
            <a:r>
              <a:rPr sz="2900" b="1">
                <a:solidFill>
                  <a:srgbClr val="07285F"/>
                </a:solidFill>
                <a:latin typeface="Arial"/>
                <a:ea typeface="Arial"/>
                <a:cs typeface="Arial"/>
              </a:rPr>
              <a:t> Laptop
&amp; </a:t>
            </a:r>
            <a:r>
              <a:rPr sz="2900" b="1">
                <a:solidFill>
                  <a:srgbClr val="07285F"/>
                </a:solidFill>
                <a:latin typeface="Arial"/>
                <a:ea typeface="Arial"/>
                <a:cs typeface="Arial"/>
              </a:rPr>
              <a:t>Phụ</a:t>
            </a:r>
            <a:r>
              <a:rPr sz="2900" b="1">
                <a:solidFill>
                  <a:srgbClr val="07285F"/>
                </a:solidFill>
                <a:latin typeface="Arial"/>
                <a:ea typeface="Arial"/>
                <a:cs typeface="Arial"/>
              </a:rPr>
              <a:t> </a:t>
            </a:r>
            <a:r>
              <a:rPr sz="2900" b="1">
                <a:solidFill>
                  <a:srgbClr val="07285F"/>
                </a:solidFill>
                <a:latin typeface="Arial"/>
                <a:ea typeface="Arial"/>
                <a:cs typeface="Arial"/>
              </a:rPr>
              <a:t>kiện</a:t>
            </a:r>
            <a:endParaRPr sz="2900" b="1">
              <a:solidFill>
                <a:srgbClr val="07285F"/>
              </a:solidFill>
              <a:latin typeface="Arial"/>
              <a:ea typeface="Arial"/>
              <a:cs typeface="Arial"/>
            </a:endParaRPr>
          </a:p>
        </p:txBody>
      </p:sp>
      <p:sp>
        <p:nvSpPr>
          <p:cNvPr id="17" name="TextBox 16">
            <a:extLst xmlns:a="http://schemas.openxmlformats.org/drawingml/2006/main">
              <a:ext uri="{FF2B5EF4-FFF2-40B4-BE49-F238E27FC236}">
                <a16:creationId xmlns:a16="http://schemas.microsoft.com/office/drawing/2014/main" id="{6553BC0D-7E3B-4929-9A27-560E064F0AE1}"/>
              </a:ext>
            </a:extLst>
          </p:cNvPr>
          <p:cNvSpPr>
            <a:spLocks xmlns:a="http://schemas.openxmlformats.org/drawingml/2006/main" noGrp="1"/>
          </p:cNvSpPr>
          <p:nvPr/>
        </p:nvSpPr>
        <p:spPr>
          <a:xfrm xmlns:a="http://schemas.openxmlformats.org/drawingml/2006/main">
            <a:off x="1078992" y="3182112"/>
            <a:ext cx="6035040" cy="5029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300" b="0">
                <a:solidFill>
                  <a:srgbClr val="4F5F78"/>
                </a:solidFill>
                <a:latin typeface="Arial"/>
                <a:ea typeface="Arial"/>
                <a:cs typeface="Arial"/>
              </a:rPr>
              <a:t>Trình diễn các chức năng chính và luồng mua hàng thực tế của hệ thống.</a:t>
            </a:r>
          </a:p>
        </p:txBody>
      </p:sp>
      <p:sp>
        <p:nvSpPr>
          <p:cNvPr id="28" name="TextBox 27">
            <a:extLst xmlns:a="http://schemas.openxmlformats.org/drawingml/2006/main">
              <a:ext uri="{FF2B5EF4-FFF2-40B4-BE49-F238E27FC236}">
                <a16:creationId xmlns:a16="http://schemas.microsoft.com/office/drawing/2014/main" id="{EB1A5C65-48F2-4324-9FF5-D052DD480C10}"/>
              </a:ext>
            </a:extLst>
          </p:cNvPr>
          <p:cNvSpPr>
            <a:spLocks xmlns:a="http://schemas.openxmlformats.org/drawingml/2006/main" noGrp="1"/>
          </p:cNvSpPr>
          <p:nvPr/>
        </p:nvSpPr>
        <p:spPr>
          <a:xfrm xmlns:a="http://schemas.openxmlformats.org/drawingml/2006/main">
            <a:off x="7818120" y="3840480"/>
            <a:ext cx="2487168" cy="182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50" b="1">
                <a:solidFill>
                  <a:srgbClr val="1969E1"/>
                </a:solidFill>
                <a:latin typeface="Arial"/>
                <a:ea typeface="Arial"/>
                <a:cs typeface="Arial"/>
              </a:rPr>
              <a:t>GIAO DIỆN WEBSITE</a:t>
            </a:r>
          </a:p>
        </p:txBody>
      </p:sp>
      <p:sp>
        <p:nvSpPr>
          <p:cNvPr id="29" name="Rounded Rectangle 28">
            <a:extLst xmlns:a="http://schemas.openxmlformats.org/drawingml/2006/main">
              <a:ext uri="{FF2B5EF4-FFF2-40B4-BE49-F238E27FC236}">
                <a16:creationId xmlns:a16="http://schemas.microsoft.com/office/drawing/2014/main" id="{45FEC5D1-58E2-4523-A31C-188A25C3C92E}"/>
              </a:ext>
            </a:extLst>
          </p:cNvPr>
          <p:cNvSpPr>
            <a:spLocks xmlns:a="http://schemas.openxmlformats.org/drawingml/2006/main" noGrp="1"/>
          </p:cNvSpPr>
          <p:nvPr/>
        </p:nvSpPr>
        <p:spPr>
          <a:xfrm xmlns:a="http://schemas.openxmlformats.org/drawingml/2006/main">
            <a:off x="1078992" y="4096512"/>
            <a:ext cx="1572768" cy="384048"/>
          </a:xfrm>
          <a:prstGeom xmlns:a="http://schemas.openxmlformats.org/drawingml/2006/main" prst="roundRect">
            <a:avLst/>
          </a:prstGeom>
          <a:solidFill xmlns:a="http://schemas.openxmlformats.org/drawingml/2006/main">
            <a:srgbClr val="FFFFFF"/>
          </a:solidFill>
          <a:ln xmlns:a="http://schemas.openxmlformats.org/drawingml/2006/main" w="8890">
            <a:solidFill>
              <a:srgbClr val="C8E0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29">
            <a:extLst xmlns:a="http://schemas.openxmlformats.org/drawingml/2006/main">
              <a:ext uri="{FF2B5EF4-FFF2-40B4-BE49-F238E27FC236}">
                <a16:creationId xmlns:a16="http://schemas.microsoft.com/office/drawing/2014/main" id="{6825E07C-8FF2-4EDE-939C-2444D09BDD4B}"/>
              </a:ext>
            </a:extLst>
          </p:cNvPr>
          <p:cNvSpPr>
            <a:spLocks xmlns:a="http://schemas.openxmlformats.org/drawingml/2006/main" noGrp="1"/>
          </p:cNvSpPr>
          <p:nvPr/>
        </p:nvSpPr>
        <p:spPr>
          <a:xfrm xmlns:a="http://schemas.openxmlformats.org/drawingml/2006/main">
            <a:off x="1188719" y="4197096"/>
            <a:ext cx="182880" cy="18288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3448F5E2-09A3-42AB-8649-23D58F01CC12}"/>
              </a:ext>
            </a:extLst>
          </p:cNvPr>
          <p:cNvSpPr>
            <a:spLocks xmlns:a="http://schemas.openxmlformats.org/drawingml/2006/main" noGrp="1"/>
          </p:cNvSpPr>
          <p:nvPr/>
        </p:nvSpPr>
        <p:spPr>
          <a:xfrm xmlns:a="http://schemas.openxmlformats.org/drawingml/2006/main">
            <a:off x="1188719" y="4187952"/>
            <a:ext cx="1828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00" b="1">
                <a:solidFill>
                  <a:srgbClr val="FFFFFF"/>
                </a:solidFill>
                <a:latin typeface="Arial"/>
                <a:ea typeface="Arial"/>
                <a:cs typeface="Arial"/>
              </a:rPr>
              <a:t>1</a:t>
            </a:r>
          </a:p>
        </p:txBody>
      </p:sp>
      <p:sp>
        <p:nvSpPr>
          <p:cNvPr id="32" name="TextBox 31">
            <a:extLst xmlns:a="http://schemas.openxmlformats.org/drawingml/2006/main">
              <a:ext uri="{FF2B5EF4-FFF2-40B4-BE49-F238E27FC236}">
                <a16:creationId xmlns:a16="http://schemas.microsoft.com/office/drawing/2014/main" id="{701C1039-A599-4B53-864E-8BA408105927}"/>
              </a:ext>
            </a:extLst>
          </p:cNvPr>
          <p:cNvSpPr>
            <a:spLocks xmlns:a="http://schemas.openxmlformats.org/drawingml/2006/main" noGrp="1"/>
          </p:cNvSpPr>
          <p:nvPr/>
        </p:nvSpPr>
        <p:spPr>
          <a:xfrm xmlns:a="http://schemas.openxmlformats.org/drawingml/2006/main">
            <a:off x="1444752" y="4169664"/>
            <a:ext cx="1115568"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7285F"/>
                </a:solidFill>
                <a:latin typeface="Arial"/>
                <a:ea typeface="Arial"/>
                <a:cs typeface="Arial"/>
              </a:rPr>
              <a:t>Trang chủ</a:t>
            </a:r>
          </a:p>
        </p:txBody>
      </p:sp>
      <p:sp>
        <p:nvSpPr>
          <p:cNvPr id="33" name="Rounded Rectangle 32">
            <a:extLst xmlns:a="http://schemas.openxmlformats.org/drawingml/2006/main">
              <a:ext uri="{FF2B5EF4-FFF2-40B4-BE49-F238E27FC236}">
                <a16:creationId xmlns:a16="http://schemas.microsoft.com/office/drawing/2014/main" id="{0474125A-2ACC-44A0-9EC4-19E85C4B3E10}"/>
              </a:ext>
            </a:extLst>
          </p:cNvPr>
          <p:cNvSpPr>
            <a:spLocks xmlns:a="http://schemas.openxmlformats.org/drawingml/2006/main" noGrp="1"/>
          </p:cNvSpPr>
          <p:nvPr/>
        </p:nvSpPr>
        <p:spPr>
          <a:xfrm xmlns:a="http://schemas.openxmlformats.org/drawingml/2006/main">
            <a:off x="2907792" y="4096512"/>
            <a:ext cx="1920240" cy="384048"/>
          </a:xfrm>
          <a:prstGeom xmlns:a="http://schemas.openxmlformats.org/drawingml/2006/main" prst="roundRect">
            <a:avLst/>
          </a:prstGeom>
          <a:solidFill xmlns:a="http://schemas.openxmlformats.org/drawingml/2006/main">
            <a:srgbClr val="FFFFFF"/>
          </a:solidFill>
          <a:ln xmlns:a="http://schemas.openxmlformats.org/drawingml/2006/main" w="8890">
            <a:solidFill>
              <a:srgbClr val="C8E0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Oval 33">
            <a:extLst xmlns:a="http://schemas.openxmlformats.org/drawingml/2006/main">
              <a:ext uri="{FF2B5EF4-FFF2-40B4-BE49-F238E27FC236}">
                <a16:creationId xmlns:a16="http://schemas.microsoft.com/office/drawing/2014/main" id="{A7C90CC3-B1C6-4730-A1C6-91FEB7649F53}"/>
              </a:ext>
            </a:extLst>
          </p:cNvPr>
          <p:cNvSpPr>
            <a:spLocks xmlns:a="http://schemas.openxmlformats.org/drawingml/2006/main" noGrp="1"/>
          </p:cNvSpPr>
          <p:nvPr/>
        </p:nvSpPr>
        <p:spPr>
          <a:xfrm xmlns:a="http://schemas.openxmlformats.org/drawingml/2006/main">
            <a:off x="3017520" y="4197096"/>
            <a:ext cx="182880" cy="18288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CE6054A8-190C-406B-A852-FB57ABF32A26}"/>
              </a:ext>
            </a:extLst>
          </p:cNvPr>
          <p:cNvSpPr>
            <a:spLocks xmlns:a="http://schemas.openxmlformats.org/drawingml/2006/main" noGrp="1"/>
          </p:cNvSpPr>
          <p:nvPr/>
        </p:nvSpPr>
        <p:spPr>
          <a:xfrm xmlns:a="http://schemas.openxmlformats.org/drawingml/2006/main">
            <a:off x="3017520" y="4187952"/>
            <a:ext cx="1828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00" b="1">
                <a:solidFill>
                  <a:srgbClr val="FFFFFF"/>
                </a:solidFill>
                <a:latin typeface="Arial"/>
                <a:ea typeface="Arial"/>
                <a:cs typeface="Arial"/>
              </a:rPr>
              <a:t>2</a:t>
            </a:r>
          </a:p>
        </p:txBody>
      </p:sp>
      <p:sp>
        <p:nvSpPr>
          <p:cNvPr id="36" name="TextBox 35">
            <a:extLst xmlns:a="http://schemas.openxmlformats.org/drawingml/2006/main">
              <a:ext uri="{FF2B5EF4-FFF2-40B4-BE49-F238E27FC236}">
                <a16:creationId xmlns:a16="http://schemas.microsoft.com/office/drawing/2014/main" id="{D56FA475-D6FE-48B7-8C4B-C96560076894}"/>
              </a:ext>
            </a:extLst>
          </p:cNvPr>
          <p:cNvSpPr>
            <a:spLocks xmlns:a="http://schemas.openxmlformats.org/drawingml/2006/main" noGrp="1"/>
          </p:cNvSpPr>
          <p:nvPr/>
        </p:nvSpPr>
        <p:spPr>
          <a:xfrm xmlns:a="http://schemas.openxmlformats.org/drawingml/2006/main">
            <a:off x="3273552" y="4169664"/>
            <a:ext cx="1463040"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7285F"/>
                </a:solidFill>
                <a:latin typeface="Arial"/>
                <a:ea typeface="Arial"/>
                <a:cs typeface="Arial"/>
              </a:rPr>
              <a:t>Danh mục &amp; tìm kiếm</a:t>
            </a:r>
          </a:p>
        </p:txBody>
      </p:sp>
      <p:sp>
        <p:nvSpPr>
          <p:cNvPr id="37" name="Rounded Rectangle 36">
            <a:extLst xmlns:a="http://schemas.openxmlformats.org/drawingml/2006/main">
              <a:ext uri="{FF2B5EF4-FFF2-40B4-BE49-F238E27FC236}">
                <a16:creationId xmlns:a16="http://schemas.microsoft.com/office/drawing/2014/main" id="{2F77DB4F-F567-49E3-BBF6-C5487317B684}"/>
              </a:ext>
            </a:extLst>
          </p:cNvPr>
          <p:cNvSpPr>
            <a:spLocks xmlns:a="http://schemas.openxmlformats.org/drawingml/2006/main" noGrp="1"/>
          </p:cNvSpPr>
          <p:nvPr/>
        </p:nvSpPr>
        <p:spPr>
          <a:xfrm xmlns:a="http://schemas.openxmlformats.org/drawingml/2006/main">
            <a:off x="5029200" y="4096512"/>
            <a:ext cx="1874519" cy="384048"/>
          </a:xfrm>
          <a:prstGeom xmlns:a="http://schemas.openxmlformats.org/drawingml/2006/main" prst="roundRect">
            <a:avLst/>
          </a:prstGeom>
          <a:solidFill xmlns:a="http://schemas.openxmlformats.org/drawingml/2006/main">
            <a:srgbClr val="FFFFFF"/>
          </a:solidFill>
          <a:ln xmlns:a="http://schemas.openxmlformats.org/drawingml/2006/main" w="8890">
            <a:solidFill>
              <a:srgbClr val="C8E0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Oval 37">
            <a:extLst xmlns:a="http://schemas.openxmlformats.org/drawingml/2006/main">
              <a:ext uri="{FF2B5EF4-FFF2-40B4-BE49-F238E27FC236}">
                <a16:creationId xmlns:a16="http://schemas.microsoft.com/office/drawing/2014/main" id="{DB26C1C2-93E1-419A-9666-43B57120E88A}"/>
              </a:ext>
            </a:extLst>
          </p:cNvPr>
          <p:cNvSpPr>
            <a:spLocks xmlns:a="http://schemas.openxmlformats.org/drawingml/2006/main" noGrp="1"/>
          </p:cNvSpPr>
          <p:nvPr/>
        </p:nvSpPr>
        <p:spPr>
          <a:xfrm xmlns:a="http://schemas.openxmlformats.org/drawingml/2006/main">
            <a:off x="5138928" y="4197096"/>
            <a:ext cx="182880" cy="18288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0FE24C76-173F-423A-942F-9C20DECF3B73}"/>
              </a:ext>
            </a:extLst>
          </p:cNvPr>
          <p:cNvSpPr>
            <a:spLocks xmlns:a="http://schemas.openxmlformats.org/drawingml/2006/main" noGrp="1"/>
          </p:cNvSpPr>
          <p:nvPr/>
        </p:nvSpPr>
        <p:spPr>
          <a:xfrm xmlns:a="http://schemas.openxmlformats.org/drawingml/2006/main">
            <a:off x="5138928" y="4187952"/>
            <a:ext cx="1828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00" b="1">
                <a:solidFill>
                  <a:srgbClr val="FFFFFF"/>
                </a:solidFill>
                <a:latin typeface="Arial"/>
                <a:ea typeface="Arial"/>
                <a:cs typeface="Arial"/>
              </a:rPr>
              <a:t>3</a:t>
            </a:r>
          </a:p>
        </p:txBody>
      </p:sp>
      <p:sp>
        <p:nvSpPr>
          <p:cNvPr id="40" name="TextBox 39">
            <a:extLst xmlns:a="http://schemas.openxmlformats.org/drawingml/2006/main">
              <a:ext uri="{FF2B5EF4-FFF2-40B4-BE49-F238E27FC236}">
                <a16:creationId xmlns:a16="http://schemas.microsoft.com/office/drawing/2014/main" id="{15998E21-B05F-4254-8448-7381E1CD3DF8}"/>
              </a:ext>
            </a:extLst>
          </p:cNvPr>
          <p:cNvSpPr>
            <a:spLocks xmlns:a="http://schemas.openxmlformats.org/drawingml/2006/main" noGrp="1"/>
          </p:cNvSpPr>
          <p:nvPr/>
        </p:nvSpPr>
        <p:spPr>
          <a:xfrm xmlns:a="http://schemas.openxmlformats.org/drawingml/2006/main">
            <a:off x="5394960" y="4169664"/>
            <a:ext cx="1417319"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7285F"/>
                </a:solidFill>
                <a:latin typeface="Arial"/>
                <a:ea typeface="Arial"/>
                <a:cs typeface="Arial"/>
              </a:rPr>
              <a:t>Chi tiết sản phẩm</a:t>
            </a:r>
          </a:p>
        </p:txBody>
      </p:sp>
      <p:sp>
        <p:nvSpPr>
          <p:cNvPr id="41" name="Rounded Rectangle 40">
            <a:extLst xmlns:a="http://schemas.openxmlformats.org/drawingml/2006/main">
              <a:ext uri="{FF2B5EF4-FFF2-40B4-BE49-F238E27FC236}">
                <a16:creationId xmlns:a16="http://schemas.microsoft.com/office/drawing/2014/main" id="{E228C710-DA79-4E17-AE7A-767DA5FC28AA}"/>
              </a:ext>
            </a:extLst>
          </p:cNvPr>
          <p:cNvSpPr>
            <a:spLocks xmlns:a="http://schemas.openxmlformats.org/drawingml/2006/main" noGrp="1"/>
          </p:cNvSpPr>
          <p:nvPr/>
        </p:nvSpPr>
        <p:spPr>
          <a:xfrm xmlns:a="http://schemas.openxmlformats.org/drawingml/2006/main">
            <a:off x="1078992" y="4645152"/>
            <a:ext cx="1938528" cy="384048"/>
          </a:xfrm>
          <a:prstGeom xmlns:a="http://schemas.openxmlformats.org/drawingml/2006/main" prst="roundRect">
            <a:avLst/>
          </a:prstGeom>
          <a:solidFill xmlns:a="http://schemas.openxmlformats.org/drawingml/2006/main">
            <a:srgbClr val="FFFFFF"/>
          </a:solidFill>
          <a:ln xmlns:a="http://schemas.openxmlformats.org/drawingml/2006/main" w="8890">
            <a:solidFill>
              <a:srgbClr val="C8E0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Oval 41">
            <a:extLst xmlns:a="http://schemas.openxmlformats.org/drawingml/2006/main">
              <a:ext uri="{FF2B5EF4-FFF2-40B4-BE49-F238E27FC236}">
                <a16:creationId xmlns:a16="http://schemas.microsoft.com/office/drawing/2014/main" id="{48412D27-F3E1-4275-81B4-0F1E2D8569EB}"/>
              </a:ext>
            </a:extLst>
          </p:cNvPr>
          <p:cNvSpPr>
            <a:spLocks xmlns:a="http://schemas.openxmlformats.org/drawingml/2006/main" noGrp="1"/>
          </p:cNvSpPr>
          <p:nvPr/>
        </p:nvSpPr>
        <p:spPr>
          <a:xfrm xmlns:a="http://schemas.openxmlformats.org/drawingml/2006/main">
            <a:off x="1188719" y="4745736"/>
            <a:ext cx="182880" cy="18288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04850DCF-79F0-4311-9226-E52F261E9794}"/>
              </a:ext>
            </a:extLst>
          </p:cNvPr>
          <p:cNvSpPr>
            <a:spLocks xmlns:a="http://schemas.openxmlformats.org/drawingml/2006/main" noGrp="1"/>
          </p:cNvSpPr>
          <p:nvPr/>
        </p:nvSpPr>
        <p:spPr>
          <a:xfrm xmlns:a="http://schemas.openxmlformats.org/drawingml/2006/main">
            <a:off x="1188719" y="4736592"/>
            <a:ext cx="1828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00" b="1">
                <a:solidFill>
                  <a:srgbClr val="FFFFFF"/>
                </a:solidFill>
                <a:latin typeface="Arial"/>
                <a:ea typeface="Arial"/>
                <a:cs typeface="Arial"/>
              </a:rPr>
              <a:t>4</a:t>
            </a:r>
          </a:p>
        </p:txBody>
      </p:sp>
      <p:sp>
        <p:nvSpPr>
          <p:cNvPr id="44" name="TextBox 43">
            <a:extLst xmlns:a="http://schemas.openxmlformats.org/drawingml/2006/main">
              <a:ext uri="{FF2B5EF4-FFF2-40B4-BE49-F238E27FC236}">
                <a16:creationId xmlns:a16="http://schemas.microsoft.com/office/drawing/2014/main" id="{CF03319D-DB34-44D4-BB88-4C23A224C512}"/>
              </a:ext>
            </a:extLst>
          </p:cNvPr>
          <p:cNvSpPr>
            <a:spLocks xmlns:a="http://schemas.openxmlformats.org/drawingml/2006/main" noGrp="1"/>
          </p:cNvSpPr>
          <p:nvPr/>
        </p:nvSpPr>
        <p:spPr>
          <a:xfrm xmlns:a="http://schemas.openxmlformats.org/drawingml/2006/main">
            <a:off x="1444752" y="4718304"/>
            <a:ext cx="1481328"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7285F"/>
                </a:solidFill>
                <a:latin typeface="Arial"/>
                <a:ea typeface="Arial"/>
                <a:cs typeface="Arial"/>
              </a:rPr>
              <a:t>Giỏ hàng &amp; đặt hàng</a:t>
            </a:r>
          </a:p>
        </p:txBody>
      </p:sp>
      <p:sp>
        <p:nvSpPr>
          <p:cNvPr id="45" name="Rounded Rectangle 44">
            <a:extLst xmlns:a="http://schemas.openxmlformats.org/drawingml/2006/main">
              <a:ext uri="{FF2B5EF4-FFF2-40B4-BE49-F238E27FC236}">
                <a16:creationId xmlns:a16="http://schemas.microsoft.com/office/drawing/2014/main" id="{4077358F-2231-4D67-B41C-44D097E43D7F}"/>
              </a:ext>
            </a:extLst>
          </p:cNvPr>
          <p:cNvSpPr>
            <a:spLocks xmlns:a="http://schemas.openxmlformats.org/drawingml/2006/main" noGrp="1"/>
          </p:cNvSpPr>
          <p:nvPr/>
        </p:nvSpPr>
        <p:spPr>
          <a:xfrm xmlns:a="http://schemas.openxmlformats.org/drawingml/2006/main">
            <a:off x="3246120" y="4645152"/>
            <a:ext cx="2084831" cy="384048"/>
          </a:xfrm>
          <a:prstGeom xmlns:a="http://schemas.openxmlformats.org/drawingml/2006/main" prst="roundRect">
            <a:avLst/>
          </a:prstGeom>
          <a:solidFill xmlns:a="http://schemas.openxmlformats.org/drawingml/2006/main">
            <a:srgbClr val="FFFFFF"/>
          </a:solidFill>
          <a:ln xmlns:a="http://schemas.openxmlformats.org/drawingml/2006/main" w="8890">
            <a:solidFill>
              <a:srgbClr val="C8E0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6" name="Oval 45">
            <a:extLst xmlns:a="http://schemas.openxmlformats.org/drawingml/2006/main">
              <a:ext uri="{FF2B5EF4-FFF2-40B4-BE49-F238E27FC236}">
                <a16:creationId xmlns:a16="http://schemas.microsoft.com/office/drawing/2014/main" id="{9EFE09BA-EA7B-44A0-A861-BD820C5D1E12}"/>
              </a:ext>
            </a:extLst>
          </p:cNvPr>
          <p:cNvSpPr>
            <a:spLocks xmlns:a="http://schemas.openxmlformats.org/drawingml/2006/main" noGrp="1"/>
          </p:cNvSpPr>
          <p:nvPr/>
        </p:nvSpPr>
        <p:spPr>
          <a:xfrm xmlns:a="http://schemas.openxmlformats.org/drawingml/2006/main">
            <a:off x="3355848" y="4745736"/>
            <a:ext cx="182880" cy="18288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347E8067-681A-4470-BDB9-C1CFA6369146}"/>
              </a:ext>
            </a:extLst>
          </p:cNvPr>
          <p:cNvSpPr>
            <a:spLocks xmlns:a="http://schemas.openxmlformats.org/drawingml/2006/main" noGrp="1"/>
          </p:cNvSpPr>
          <p:nvPr/>
        </p:nvSpPr>
        <p:spPr>
          <a:xfrm xmlns:a="http://schemas.openxmlformats.org/drawingml/2006/main">
            <a:off x="3355848" y="4736592"/>
            <a:ext cx="1828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00" b="1">
                <a:solidFill>
                  <a:srgbClr val="FFFFFF"/>
                </a:solidFill>
                <a:latin typeface="Arial"/>
                <a:ea typeface="Arial"/>
                <a:cs typeface="Arial"/>
              </a:rPr>
              <a:t>5</a:t>
            </a:r>
          </a:p>
        </p:txBody>
      </p:sp>
      <p:sp>
        <p:nvSpPr>
          <p:cNvPr id="48" name="TextBox 47">
            <a:extLst xmlns:a="http://schemas.openxmlformats.org/drawingml/2006/main">
              <a:ext uri="{FF2B5EF4-FFF2-40B4-BE49-F238E27FC236}">
                <a16:creationId xmlns:a16="http://schemas.microsoft.com/office/drawing/2014/main" id="{D635D0F8-A623-48CC-BCB0-7D8879D459AE}"/>
              </a:ext>
            </a:extLst>
          </p:cNvPr>
          <p:cNvSpPr>
            <a:spLocks xmlns:a="http://schemas.openxmlformats.org/drawingml/2006/main" noGrp="1"/>
          </p:cNvSpPr>
          <p:nvPr/>
        </p:nvSpPr>
        <p:spPr>
          <a:xfrm xmlns:a="http://schemas.openxmlformats.org/drawingml/2006/main">
            <a:off x="3611879" y="4718304"/>
            <a:ext cx="1627631"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7285F"/>
                </a:solidFill>
                <a:latin typeface="Arial"/>
                <a:ea typeface="Arial"/>
                <a:cs typeface="Arial"/>
              </a:rPr>
              <a:t>Tài khoản người dùng</a:t>
            </a:r>
          </a:p>
        </p:txBody>
      </p:sp>
      <p:sp>
        <p:nvSpPr>
          <p:cNvPr id="49" name="Rounded Rectangle 48">
            <a:extLst xmlns:a="http://schemas.openxmlformats.org/drawingml/2006/main">
              <a:ext uri="{FF2B5EF4-FFF2-40B4-BE49-F238E27FC236}">
                <a16:creationId xmlns:a16="http://schemas.microsoft.com/office/drawing/2014/main" id="{1F1B1747-14C1-4395-A5CA-CAD3FB439E70}"/>
              </a:ext>
            </a:extLst>
          </p:cNvPr>
          <p:cNvSpPr>
            <a:spLocks xmlns:a="http://schemas.openxmlformats.org/drawingml/2006/main" noGrp="1"/>
          </p:cNvSpPr>
          <p:nvPr/>
        </p:nvSpPr>
        <p:spPr>
          <a:xfrm xmlns:a="http://schemas.openxmlformats.org/drawingml/2006/main">
            <a:off x="5532120" y="4645152"/>
            <a:ext cx="1965960" cy="384048"/>
          </a:xfrm>
          <a:prstGeom xmlns:a="http://schemas.openxmlformats.org/drawingml/2006/main" prst="roundRect">
            <a:avLst/>
          </a:prstGeom>
          <a:solidFill xmlns:a="http://schemas.openxmlformats.org/drawingml/2006/main">
            <a:srgbClr val="FFFFFF"/>
          </a:solidFill>
          <a:ln xmlns:a="http://schemas.openxmlformats.org/drawingml/2006/main" w="8890">
            <a:solidFill>
              <a:srgbClr val="C8E0F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Oval 49">
            <a:extLst xmlns:a="http://schemas.openxmlformats.org/drawingml/2006/main">
              <a:ext uri="{FF2B5EF4-FFF2-40B4-BE49-F238E27FC236}">
                <a16:creationId xmlns:a16="http://schemas.microsoft.com/office/drawing/2014/main" id="{36A81E3C-858D-483F-B4FF-409E658956D8}"/>
              </a:ext>
            </a:extLst>
          </p:cNvPr>
          <p:cNvSpPr>
            <a:spLocks xmlns:a="http://schemas.openxmlformats.org/drawingml/2006/main" noGrp="1"/>
          </p:cNvSpPr>
          <p:nvPr/>
        </p:nvSpPr>
        <p:spPr>
          <a:xfrm xmlns:a="http://schemas.openxmlformats.org/drawingml/2006/main">
            <a:off x="5641848" y="4745736"/>
            <a:ext cx="182880" cy="18288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552B7A2F-845D-42DB-A2DD-C389BA0FB231}"/>
              </a:ext>
            </a:extLst>
          </p:cNvPr>
          <p:cNvSpPr>
            <a:spLocks xmlns:a="http://schemas.openxmlformats.org/drawingml/2006/main" noGrp="1"/>
          </p:cNvSpPr>
          <p:nvPr/>
        </p:nvSpPr>
        <p:spPr>
          <a:xfrm xmlns:a="http://schemas.openxmlformats.org/drawingml/2006/main">
            <a:off x="5641848" y="4736592"/>
            <a:ext cx="182880" cy="2011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700" b="1">
                <a:solidFill>
                  <a:srgbClr val="FFFFFF"/>
                </a:solidFill>
                <a:latin typeface="Arial"/>
                <a:ea typeface="Arial"/>
                <a:cs typeface="Arial"/>
              </a:rPr>
              <a:t>6</a:t>
            </a:r>
          </a:p>
        </p:txBody>
      </p:sp>
      <p:sp>
        <p:nvSpPr>
          <p:cNvPr id="52" name="TextBox 51">
            <a:extLst xmlns:a="http://schemas.openxmlformats.org/drawingml/2006/main">
              <a:ext uri="{FF2B5EF4-FFF2-40B4-BE49-F238E27FC236}">
                <a16:creationId xmlns:a16="http://schemas.microsoft.com/office/drawing/2014/main" id="{80706BCC-51B3-421D-BE5A-EDBD6EBD5902}"/>
              </a:ext>
            </a:extLst>
          </p:cNvPr>
          <p:cNvSpPr>
            <a:spLocks xmlns:a="http://schemas.openxmlformats.org/drawingml/2006/main" noGrp="1"/>
          </p:cNvSpPr>
          <p:nvPr/>
        </p:nvSpPr>
        <p:spPr>
          <a:xfrm xmlns:a="http://schemas.openxmlformats.org/drawingml/2006/main">
            <a:off x="5897880" y="4718304"/>
            <a:ext cx="1508760" cy="237744"/>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50" b="1">
                <a:solidFill>
                  <a:srgbClr val="07285F"/>
                </a:solidFill>
                <a:latin typeface="Arial"/>
                <a:ea typeface="Arial"/>
                <a:cs typeface="Arial"/>
              </a:rPr>
              <a:t>Trang quản trị Admin</a:t>
            </a:r>
          </a:p>
        </p:txBody>
      </p:sp>
      <p:sp>
        <p:nvSpPr>
          <p:cNvPr id="53" name="TextBox 52">
            <a:extLst xmlns:a="http://schemas.openxmlformats.org/drawingml/2006/main">
              <a:ext uri="{FF2B5EF4-FFF2-40B4-BE49-F238E27FC236}">
                <a16:creationId xmlns:a16="http://schemas.microsoft.com/office/drawing/2014/main" id="{8F05975F-8CD5-4207-AFFD-B2EC8505EF46}"/>
              </a:ext>
            </a:extLst>
          </p:cNvPr>
          <p:cNvSpPr>
            <a:spLocks xmlns:a="http://schemas.openxmlformats.org/drawingml/2006/main" noGrp="1"/>
          </p:cNvSpPr>
          <p:nvPr/>
        </p:nvSpPr>
        <p:spPr>
          <a:xfrm xmlns:a="http://schemas.openxmlformats.org/drawingml/2006/main">
            <a:off x="1078992" y="5230368"/>
            <a:ext cx="6217920" cy="25603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860" b="1">
                <a:solidFill>
                  <a:srgbClr val="1969E1"/>
                </a:solidFill>
                <a:latin typeface="Arial"/>
                <a:ea typeface="Arial"/>
                <a:cs typeface="Arial"/>
              </a:rPr>
              <a:t>Luồng demo:  Tìm sản phẩm  →  Xem chi tiết  →  Thêm giỏ hàng  →  Đặt hàng  →  Quản lý đơn</a:t>
            </a:r>
          </a:p>
        </p:txBody>
      </p:sp>
      <p:sp>
        <p:nvSpPr>
          <p:cNvPr id="54" name="Connector 53">
            <a:extLst xmlns:a="http://schemas.openxmlformats.org/drawingml/2006/main">
              <a:ext uri="{FF2B5EF4-FFF2-40B4-BE49-F238E27FC236}">
                <a16:creationId xmlns:a16="http://schemas.microsoft.com/office/drawing/2014/main" id="{8CA2A2FB-FA1B-44A5-B952-03454D9D45EF}"/>
              </a:ext>
            </a:extLst>
          </p:cNvPr>
          <p:cNvSpPr>
            <a:spLocks xmlns:a="http://schemas.openxmlformats.org/drawingml/2006/main" noGrp="1"/>
          </p:cNvSpPr>
          <p:nvPr/>
        </p:nvSpPr>
        <p:spPr>
          <a:xfrm xmlns:a="http://schemas.openxmlformats.org/drawingml/2006/main">
            <a:off x="1078992" y="6053328"/>
            <a:ext cx="9985248" cy="0"/>
          </a:xfrm>
          <a:prstGeom xmlns:a="http://schemas.openxmlformats.org/drawingml/2006/main" prst="line">
            <a:avLst/>
          </a:prstGeom>
          <a:ln xmlns:a="http://schemas.openxmlformats.org/drawingml/2006/main" w="12700">
            <a:solidFill>
              <a:srgbClr val="BED9F2"/>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5" name="TextBox 54">
            <a:extLst xmlns:a="http://schemas.openxmlformats.org/drawingml/2006/main">
              <a:ext uri="{FF2B5EF4-FFF2-40B4-BE49-F238E27FC236}">
                <a16:creationId xmlns:a16="http://schemas.microsoft.com/office/drawing/2014/main" id="{82671F33-0972-436F-AAB1-D2BEA5A3C163}"/>
              </a:ext>
            </a:extLst>
          </p:cNvPr>
          <p:cNvSpPr>
            <a:spLocks xmlns:a="http://schemas.openxmlformats.org/drawingml/2006/main" noGrp="1"/>
          </p:cNvSpPr>
          <p:nvPr/>
        </p:nvSpPr>
        <p:spPr>
          <a:xfrm xmlns:a="http://schemas.openxmlformats.org/drawingml/2006/main">
            <a:off x="1078992" y="6199632"/>
            <a:ext cx="3017520"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650" b="0">
                <a:solidFill>
                  <a:srgbClr val="4F5F78"/>
                </a:solidFill>
                <a:latin typeface="Arial"/>
                <a:ea typeface="Arial"/>
                <a:cs typeface="Arial"/>
              </a:rPr>
              <a:t>WEBSITE LAPTOP &amp; ACCESSORIES</a:t>
            </a:r>
          </a:p>
        </p:txBody>
      </p:sp>
      <p:pic>
        <p:nvPicPr>
          <p:cNvPr id="102" name="Picture 58"/>
          <p:cNvPicPr>
            <a:picLocks xmlns:a="http://schemas.openxmlformats.org/drawingml/2006/main" noChangeAspect="1"/>
          </p:cNvPicPr>
          <p:nvPr/>
        </p:nvPicPr>
        <p:blipFill>
          <a:blip xmlns:r="http://schemas.openxmlformats.org/officeDocument/2006/relationships" xmlns:a="http://schemas.openxmlformats.org/drawingml/2006/main" r:embed="R2be58c33f8a44f81"/>
          <a:stretch xmlns:a="http://schemas.openxmlformats.org/drawingml/2006/main">
            <a:fillRect l="0" t="0" r="0" b="0"/>
          </a:stretch>
        </p:blipFill>
        <p:spPr>
          <a:xfrm xmlns:a="http://schemas.openxmlformats.org/drawingml/2006/main">
            <a:off x="6871796" y="1824228"/>
            <a:ext cx="4192444" cy="1988820"/>
          </a:xfrm>
          <a:prstGeom xmlns:a="http://schemas.openxmlformats.org/drawingml/2006/main" prst="rect">
            <a:avLst/>
          </a:prstGeom>
        </p:spPr>
      </p:pic>
      <p:pic>
        <p:nvPicPr>
          <p:cNvPr id="103" name="Picture 17"/>
          <p:cNvPicPr>
            <a:picLocks xmlns:a="http://schemas.openxmlformats.org/drawingml/2006/main" noChangeAspect="1"/>
          </p:cNvPicPr>
          <p:nvPr/>
        </p:nvPicPr>
        <p:blipFill>
          <a:blip xmlns:r="http://schemas.openxmlformats.org/officeDocument/2006/relationships" xmlns:a="http://schemas.openxmlformats.org/drawingml/2006/main" r:embed="R3de0873b878048df"/>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3424178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B026FF86-465C-43EA-A8AE-C8A583400C8D}"/>
              </a:ext>
            </a:extLst>
          </p:cNvPr>
          <p:cNvSpPr>
            <a:spLocks xmlns:a="http://schemas.openxmlformats.org/drawingml/2006/main" noGrp="1"/>
          </p:cNvSpPr>
          <p:nvPr/>
        </p:nvSpPr>
        <p:spPr>
          <a:xfrm xmlns:a="http://schemas.openxmlformats.org/drawingml/2006/main">
            <a:off x="1874519" y="777240"/>
            <a:ext cx="8366760" cy="5074920"/>
          </a:xfrm>
          <a:prstGeom xmlns:a="http://schemas.openxmlformats.org/drawingml/2006/main" prst="roundRect">
            <a:avLst/>
          </a:prstGeom>
          <a:solidFill xmlns:a="http://schemas.openxmlformats.org/drawingml/2006/main">
            <a:srgbClr val="E2F3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Connector 2">
            <a:extLst xmlns:a="http://schemas.openxmlformats.org/drawingml/2006/main">
              <a:ext uri="{FF2B5EF4-FFF2-40B4-BE49-F238E27FC236}">
                <a16:creationId xmlns:a16="http://schemas.microsoft.com/office/drawing/2014/main" id="{285FB9B2-D693-4405-A8F2-FF625892E23B}"/>
              </a:ext>
            </a:extLst>
          </p:cNvPr>
          <p:cNvSpPr>
            <a:spLocks xmlns:a="http://schemas.openxmlformats.org/drawingml/2006/main" noGrp="1"/>
          </p:cNvSpPr>
          <p:nvPr/>
        </p:nvSpPr>
        <p:spPr>
          <a:xfrm xmlns:a="http://schemas.openxmlformats.org/drawingml/2006/main">
            <a:off x="8092440" y="411480"/>
            <a:ext cx="1554480" cy="301752"/>
          </a:xfrm>
          <a:prstGeom xmlns:a="http://schemas.openxmlformats.org/drawingml/2006/main" prst="line">
            <a:avLst/>
          </a:prstGeom>
          <a:ln xmlns:a="http://schemas.openxmlformats.org/drawingml/2006/main" w="10160">
            <a:solidFill>
              <a:srgbClr val="5C8FC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Connector 3">
            <a:extLst xmlns:a="http://schemas.openxmlformats.org/drawingml/2006/main">
              <a:ext uri="{FF2B5EF4-FFF2-40B4-BE49-F238E27FC236}">
                <a16:creationId xmlns:a16="http://schemas.microsoft.com/office/drawing/2014/main" id="{72E11B82-62B5-41D3-83AB-F7C1DF5708EA}"/>
              </a:ext>
            </a:extLst>
          </p:cNvPr>
          <p:cNvSpPr>
            <a:spLocks xmlns:a="http://schemas.openxmlformats.org/drawingml/2006/main" noGrp="1"/>
          </p:cNvSpPr>
          <p:nvPr/>
        </p:nvSpPr>
        <p:spPr>
          <a:xfrm xmlns:a="http://schemas.openxmlformats.org/drawingml/2006/main">
            <a:off x="9646920" y="713232"/>
            <a:ext cx="1069848" cy="950976"/>
          </a:xfrm>
          <a:prstGeom xmlns:a="http://schemas.openxmlformats.org/drawingml/2006/main" prst="line">
            <a:avLst/>
          </a:prstGeom>
          <a:ln xmlns:a="http://schemas.openxmlformats.org/drawingml/2006/main" w="10160">
            <a:solidFill>
              <a:srgbClr val="5C8FC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Connector 4">
            <a:extLst xmlns:a="http://schemas.openxmlformats.org/drawingml/2006/main">
              <a:ext uri="{FF2B5EF4-FFF2-40B4-BE49-F238E27FC236}">
                <a16:creationId xmlns:a16="http://schemas.microsoft.com/office/drawing/2014/main" id="{15667223-94E1-411A-B9F8-94750A74DEF5}"/>
              </a:ext>
            </a:extLst>
          </p:cNvPr>
          <p:cNvSpPr>
            <a:spLocks xmlns:a="http://schemas.openxmlformats.org/drawingml/2006/main" noGrp="1"/>
          </p:cNvSpPr>
          <p:nvPr/>
        </p:nvSpPr>
        <p:spPr>
          <a:xfrm xmlns:a="http://schemas.openxmlformats.org/drawingml/2006/main" flipV="1">
            <a:off x="10716768" y="530352"/>
            <a:ext cx="758952" cy="1133856"/>
          </a:xfrm>
          <a:prstGeom xmlns:a="http://schemas.openxmlformats.org/drawingml/2006/main" prst="line">
            <a:avLst/>
          </a:prstGeom>
          <a:ln xmlns:a="http://schemas.openxmlformats.org/drawingml/2006/main" w="10160">
            <a:solidFill>
              <a:srgbClr val="5C8FC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6" name="Oval 5">
            <a:extLst xmlns:a="http://schemas.openxmlformats.org/drawingml/2006/main">
              <a:ext uri="{FF2B5EF4-FFF2-40B4-BE49-F238E27FC236}">
                <a16:creationId xmlns:a16="http://schemas.microsoft.com/office/drawing/2014/main" id="{124826EF-4166-48CF-8102-9BC030FFA3B1}"/>
              </a:ext>
            </a:extLst>
          </p:cNvPr>
          <p:cNvSpPr>
            <a:spLocks xmlns:a="http://schemas.openxmlformats.org/drawingml/2006/main" noGrp="1"/>
          </p:cNvSpPr>
          <p:nvPr/>
        </p:nvSpPr>
        <p:spPr>
          <a:xfrm xmlns:a="http://schemas.openxmlformats.org/drawingml/2006/main">
            <a:off x="7973567" y="292608"/>
            <a:ext cx="237744" cy="237744"/>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Oval 6">
            <a:extLst xmlns:a="http://schemas.openxmlformats.org/drawingml/2006/main">
              <a:ext uri="{FF2B5EF4-FFF2-40B4-BE49-F238E27FC236}">
                <a16:creationId xmlns:a16="http://schemas.microsoft.com/office/drawing/2014/main" id="{2C36D009-F9F8-4F2B-8D4A-2227FCA525F8}"/>
              </a:ext>
            </a:extLst>
          </p:cNvPr>
          <p:cNvSpPr>
            <a:spLocks xmlns:a="http://schemas.openxmlformats.org/drawingml/2006/main" noGrp="1"/>
          </p:cNvSpPr>
          <p:nvPr/>
        </p:nvSpPr>
        <p:spPr>
          <a:xfrm xmlns:a="http://schemas.openxmlformats.org/drawingml/2006/main">
            <a:off x="9537192" y="603504"/>
            <a:ext cx="219456" cy="219456"/>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Oval 7">
            <a:extLst xmlns:a="http://schemas.openxmlformats.org/drawingml/2006/main">
              <a:ext uri="{FF2B5EF4-FFF2-40B4-BE49-F238E27FC236}">
                <a16:creationId xmlns:a16="http://schemas.microsoft.com/office/drawing/2014/main" id="{469D5B0A-93D3-445F-943F-C09192E3A732}"/>
              </a:ext>
            </a:extLst>
          </p:cNvPr>
          <p:cNvSpPr>
            <a:spLocks xmlns:a="http://schemas.openxmlformats.org/drawingml/2006/main" noGrp="1"/>
          </p:cNvSpPr>
          <p:nvPr/>
        </p:nvSpPr>
        <p:spPr>
          <a:xfrm xmlns:a="http://schemas.openxmlformats.org/drawingml/2006/main">
            <a:off x="10442448" y="1389888"/>
            <a:ext cx="548640" cy="548640"/>
          </a:xfrm>
          <a:prstGeom xmlns:a="http://schemas.openxmlformats.org/drawingml/2006/main" prst="ellipse">
            <a:avLst/>
          </a:prstGeom>
          <a:solidFill xmlns:a="http://schemas.openxmlformats.org/drawingml/2006/main">
            <a:srgbClr val="E2F3FF"/>
          </a:solidFill>
          <a:ln xmlns:a="http://schemas.openxmlformats.org/drawingml/2006/main" w="1397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Oval 8">
            <a:extLst xmlns:a="http://schemas.openxmlformats.org/drawingml/2006/main">
              <a:ext uri="{FF2B5EF4-FFF2-40B4-BE49-F238E27FC236}">
                <a16:creationId xmlns:a16="http://schemas.microsoft.com/office/drawing/2014/main" id="{AC8C4CE4-28FE-49C7-930C-979AE4447953}"/>
              </a:ext>
            </a:extLst>
          </p:cNvPr>
          <p:cNvSpPr>
            <a:spLocks xmlns:a="http://schemas.openxmlformats.org/drawingml/2006/main" noGrp="1"/>
          </p:cNvSpPr>
          <p:nvPr/>
        </p:nvSpPr>
        <p:spPr>
          <a:xfrm xmlns:a="http://schemas.openxmlformats.org/drawingml/2006/main">
            <a:off x="10588752" y="1536192"/>
            <a:ext cx="256032" cy="256032"/>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5628D8E4-DA98-438A-8037-3D6226768B68}"/>
              </a:ext>
            </a:extLst>
          </p:cNvPr>
          <p:cNvSpPr>
            <a:spLocks xmlns:a="http://schemas.openxmlformats.org/drawingml/2006/main" noGrp="1"/>
          </p:cNvSpPr>
          <p:nvPr/>
        </p:nvSpPr>
        <p:spPr>
          <a:xfrm xmlns:a="http://schemas.openxmlformats.org/drawingml/2006/main">
            <a:off x="11393424" y="448056"/>
            <a:ext cx="164592" cy="164592"/>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128055B1-0F23-487B-BF8A-F9B421FF6331}"/>
              </a:ext>
            </a:extLst>
          </p:cNvPr>
          <p:cNvSpPr>
            <a:spLocks xmlns:a="http://schemas.openxmlformats.org/drawingml/2006/main" noGrp="1"/>
          </p:cNvSpPr>
          <p:nvPr/>
        </p:nvSpPr>
        <p:spPr>
          <a:xfrm xmlns:a="http://schemas.openxmlformats.org/drawingml/2006/main">
            <a:off x="10991088" y="155448"/>
            <a:ext cx="502920" cy="164592"/>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1100" b="1">
                <a:solidFill>
                  <a:srgbClr val="07285F"/>
                </a:solidFill>
                <a:latin typeface="Arial"/>
                <a:ea typeface="Arial"/>
                <a:cs typeface="Arial"/>
              </a:rPr>
              <a:t>•••</a:t>
            </a:r>
          </a:p>
        </p:txBody>
      </p:sp>
      <p:sp>
        <p:nvSpPr>
          <p:cNvPr id="12" name="Connector 11">
            <a:extLst xmlns:a="http://schemas.openxmlformats.org/drawingml/2006/main">
              <a:ext uri="{FF2B5EF4-FFF2-40B4-BE49-F238E27FC236}">
                <a16:creationId xmlns:a16="http://schemas.microsoft.com/office/drawing/2014/main" id="{007F63F6-101F-4B14-B368-AA3DA3C18B81}"/>
              </a:ext>
            </a:extLst>
          </p:cNvPr>
          <p:cNvSpPr>
            <a:spLocks xmlns:a="http://schemas.openxmlformats.org/drawingml/2006/main" noGrp="1"/>
          </p:cNvSpPr>
          <p:nvPr/>
        </p:nvSpPr>
        <p:spPr>
          <a:xfrm xmlns:a="http://schemas.openxmlformats.org/drawingml/2006/main">
            <a:off x="320040" y="5577840"/>
            <a:ext cx="1097280" cy="566928"/>
          </a:xfrm>
          <a:prstGeom xmlns:a="http://schemas.openxmlformats.org/drawingml/2006/main" prst="line">
            <a:avLst/>
          </a:prstGeom>
          <a:ln xmlns:a="http://schemas.openxmlformats.org/drawingml/2006/main" w="10160">
            <a:solidFill>
              <a:srgbClr val="5C8FC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380F7608-8F6E-4754-B44D-729365FC15FD}"/>
              </a:ext>
            </a:extLst>
          </p:cNvPr>
          <p:cNvSpPr>
            <a:spLocks xmlns:a="http://schemas.openxmlformats.org/drawingml/2006/main" noGrp="1"/>
          </p:cNvSpPr>
          <p:nvPr/>
        </p:nvSpPr>
        <p:spPr>
          <a:xfrm xmlns:a="http://schemas.openxmlformats.org/drawingml/2006/main" flipV="1">
            <a:off x="1417320" y="5687568"/>
            <a:ext cx="1508760" cy="457200"/>
          </a:xfrm>
          <a:prstGeom xmlns:a="http://schemas.openxmlformats.org/drawingml/2006/main" prst="line">
            <a:avLst/>
          </a:prstGeom>
          <a:ln xmlns:a="http://schemas.openxmlformats.org/drawingml/2006/main" w="10160">
            <a:solidFill>
              <a:srgbClr val="5C8FC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Connector 13">
            <a:extLst xmlns:a="http://schemas.openxmlformats.org/drawingml/2006/main">
              <a:ext uri="{FF2B5EF4-FFF2-40B4-BE49-F238E27FC236}">
                <a16:creationId xmlns:a16="http://schemas.microsoft.com/office/drawing/2014/main" id="{5A36BF51-4DD7-4E6F-B75E-4CCF16852437}"/>
              </a:ext>
            </a:extLst>
          </p:cNvPr>
          <p:cNvSpPr>
            <a:spLocks xmlns:a="http://schemas.openxmlformats.org/drawingml/2006/main" noGrp="1"/>
          </p:cNvSpPr>
          <p:nvPr/>
        </p:nvSpPr>
        <p:spPr>
          <a:xfrm xmlns:a="http://schemas.openxmlformats.org/drawingml/2006/main">
            <a:off x="2926080" y="5687568"/>
            <a:ext cx="1417320" cy="457200"/>
          </a:xfrm>
          <a:prstGeom xmlns:a="http://schemas.openxmlformats.org/drawingml/2006/main" prst="line">
            <a:avLst/>
          </a:prstGeom>
          <a:ln xmlns:a="http://schemas.openxmlformats.org/drawingml/2006/main" w="10160">
            <a:solidFill>
              <a:srgbClr val="5C8FC3"/>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5" name="Oval 14">
            <a:extLst xmlns:a="http://schemas.openxmlformats.org/drawingml/2006/main">
              <a:ext uri="{FF2B5EF4-FFF2-40B4-BE49-F238E27FC236}">
                <a16:creationId xmlns:a16="http://schemas.microsoft.com/office/drawing/2014/main" id="{3B60B1B5-5949-423A-B95A-D348E0EFA840}"/>
              </a:ext>
            </a:extLst>
          </p:cNvPr>
          <p:cNvSpPr>
            <a:spLocks xmlns:a="http://schemas.openxmlformats.org/drawingml/2006/main" noGrp="1"/>
          </p:cNvSpPr>
          <p:nvPr/>
        </p:nvSpPr>
        <p:spPr>
          <a:xfrm xmlns:a="http://schemas.openxmlformats.org/drawingml/2006/main">
            <a:off x="237744" y="5495544"/>
            <a:ext cx="164592" cy="164592"/>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Oval 15">
            <a:extLst xmlns:a="http://schemas.openxmlformats.org/drawingml/2006/main">
              <a:ext uri="{FF2B5EF4-FFF2-40B4-BE49-F238E27FC236}">
                <a16:creationId xmlns:a16="http://schemas.microsoft.com/office/drawing/2014/main" id="{3CF30C42-5676-4B02-8013-CB794C15A0AF}"/>
              </a:ext>
            </a:extLst>
          </p:cNvPr>
          <p:cNvSpPr>
            <a:spLocks xmlns:a="http://schemas.openxmlformats.org/drawingml/2006/main" noGrp="1"/>
          </p:cNvSpPr>
          <p:nvPr/>
        </p:nvSpPr>
        <p:spPr>
          <a:xfrm xmlns:a="http://schemas.openxmlformats.org/drawingml/2006/main">
            <a:off x="1161288" y="5888736"/>
            <a:ext cx="512064" cy="512064"/>
          </a:xfrm>
          <a:prstGeom xmlns:a="http://schemas.openxmlformats.org/drawingml/2006/main" prst="ellipse">
            <a:avLst/>
          </a:prstGeom>
          <a:solidFill xmlns:a="http://schemas.openxmlformats.org/drawingml/2006/main">
            <a:srgbClr val="E2F3FF"/>
          </a:solidFill>
          <a:ln xmlns:a="http://schemas.openxmlformats.org/drawingml/2006/main" w="1397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Oval 16">
            <a:extLst xmlns:a="http://schemas.openxmlformats.org/drawingml/2006/main">
              <a:ext uri="{FF2B5EF4-FFF2-40B4-BE49-F238E27FC236}">
                <a16:creationId xmlns:a16="http://schemas.microsoft.com/office/drawing/2014/main" id="{04F37129-CCCC-4A58-A93D-C6D57450DBC3}"/>
              </a:ext>
            </a:extLst>
          </p:cNvPr>
          <p:cNvSpPr>
            <a:spLocks xmlns:a="http://schemas.openxmlformats.org/drawingml/2006/main" noGrp="1"/>
          </p:cNvSpPr>
          <p:nvPr/>
        </p:nvSpPr>
        <p:spPr>
          <a:xfrm xmlns:a="http://schemas.openxmlformats.org/drawingml/2006/main">
            <a:off x="1298448" y="6025896"/>
            <a:ext cx="237744" cy="237744"/>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12C1D540-ED71-4685-9D03-37DACC0632C1}"/>
              </a:ext>
            </a:extLst>
          </p:cNvPr>
          <p:cNvSpPr>
            <a:spLocks xmlns:a="http://schemas.openxmlformats.org/drawingml/2006/main" noGrp="1"/>
          </p:cNvSpPr>
          <p:nvPr/>
        </p:nvSpPr>
        <p:spPr>
          <a:xfrm xmlns:a="http://schemas.openxmlformats.org/drawingml/2006/main">
            <a:off x="2816352" y="5577840"/>
            <a:ext cx="219456" cy="219456"/>
          </a:xfrm>
          <a:prstGeom xmlns:a="http://schemas.openxmlformats.org/drawingml/2006/main" prst="ellipse">
            <a:avLst/>
          </a:prstGeom>
          <a:solidFill xmlns:a="http://schemas.openxmlformats.org/drawingml/2006/main">
            <a:srgbClr val="FFFF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Oval 18">
            <a:extLst xmlns:a="http://schemas.openxmlformats.org/drawingml/2006/main">
              <a:ext uri="{FF2B5EF4-FFF2-40B4-BE49-F238E27FC236}">
                <a16:creationId xmlns:a16="http://schemas.microsoft.com/office/drawing/2014/main" id="{4D9EE10C-2978-4174-8F1F-97417112BDBC}"/>
              </a:ext>
            </a:extLst>
          </p:cNvPr>
          <p:cNvSpPr>
            <a:spLocks xmlns:a="http://schemas.openxmlformats.org/drawingml/2006/main" noGrp="1"/>
          </p:cNvSpPr>
          <p:nvPr/>
        </p:nvSpPr>
        <p:spPr>
          <a:xfrm xmlns:a="http://schemas.openxmlformats.org/drawingml/2006/main">
            <a:off x="4224528" y="6025896"/>
            <a:ext cx="237744" cy="237744"/>
          </a:xfrm>
          <a:prstGeom xmlns:a="http://schemas.openxmlformats.org/drawingml/2006/main" prst="ellipse">
            <a:avLst/>
          </a:prstGeom>
          <a:solidFill xmlns:a="http://schemas.openxmlformats.org/drawingml/2006/main">
            <a:srgbClr val="E2F3FF"/>
          </a:solidFill>
          <a:ln xmlns:a="http://schemas.openxmlformats.org/drawingml/2006/main" w="1016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ounded Rectangle 19">
            <a:extLst xmlns:a="http://schemas.openxmlformats.org/drawingml/2006/main">
              <a:ext uri="{FF2B5EF4-FFF2-40B4-BE49-F238E27FC236}">
                <a16:creationId xmlns:a16="http://schemas.microsoft.com/office/drawing/2014/main" id="{3CFF5057-CE8C-4BD1-903D-B5CCE5C3878A}"/>
              </a:ext>
            </a:extLst>
          </p:cNvPr>
          <p:cNvSpPr>
            <a:spLocks xmlns:a="http://schemas.openxmlformats.org/drawingml/2006/main" noGrp="1"/>
          </p:cNvSpPr>
          <p:nvPr/>
        </p:nvSpPr>
        <p:spPr>
          <a:xfrm xmlns:a="http://schemas.openxmlformats.org/drawingml/2006/main">
            <a:off x="4892040" y="1261872"/>
            <a:ext cx="2377440" cy="347472"/>
          </a:xfrm>
          <a:prstGeom xmlns:a="http://schemas.openxmlformats.org/drawingml/2006/main" prst="roundRect">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236E5A0-FEE9-4F9A-9089-84137EDDFCDA}"/>
              </a:ext>
            </a:extLst>
          </p:cNvPr>
          <p:cNvSpPr>
            <a:spLocks xmlns:a="http://schemas.openxmlformats.org/drawingml/2006/main" noGrp="1"/>
          </p:cNvSpPr>
          <p:nvPr/>
        </p:nvSpPr>
        <p:spPr>
          <a:xfrm xmlns:a="http://schemas.openxmlformats.org/drawingml/2006/main">
            <a:off x="4892040" y="1298448"/>
            <a:ext cx="2377440" cy="24688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950" b="1">
                <a:solidFill>
                  <a:srgbClr val="FFFFFF"/>
                </a:solidFill>
                <a:latin typeface="Arial"/>
                <a:ea typeface="Arial"/>
                <a:cs typeface="Arial"/>
              </a:rPr>
              <a:t>KẾT THÚC BÀI TRÌNH BÀY</a:t>
            </a:r>
          </a:p>
        </p:txBody>
      </p:sp>
      <p:sp>
        <p:nvSpPr>
          <p:cNvPr id="22" name="TextBox 21">
            <a:extLst xmlns:a="http://schemas.openxmlformats.org/drawingml/2006/main">
              <a:ext uri="{FF2B5EF4-FFF2-40B4-BE49-F238E27FC236}">
                <a16:creationId xmlns:a16="http://schemas.microsoft.com/office/drawing/2014/main" id="{4D1F03B6-1633-4F0F-95AC-EDD3B7C53B70}"/>
              </a:ext>
            </a:extLst>
          </p:cNvPr>
          <p:cNvSpPr>
            <a:spLocks xmlns:a="http://schemas.openxmlformats.org/drawingml/2006/main" noGrp="1"/>
          </p:cNvSpPr>
          <p:nvPr/>
        </p:nvSpPr>
        <p:spPr>
          <a:xfrm xmlns:a="http://schemas.openxmlformats.org/drawingml/2006/main">
            <a:off x="2880360" y="1847088"/>
            <a:ext cx="6446520" cy="7772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3800" b="1">
                <a:solidFill>
                  <a:srgbClr val="07285F"/>
                </a:solidFill>
                <a:latin typeface="Arial"/>
                <a:ea typeface="Arial"/>
                <a:cs typeface="Arial"/>
              </a:rPr>
              <a:t>CẢM ƠN!</a:t>
            </a:r>
          </a:p>
        </p:txBody>
      </p:sp>
      <p:sp>
        <p:nvSpPr>
          <p:cNvPr id="23" name="TextBox 22">
            <a:extLst xmlns:a="http://schemas.openxmlformats.org/drawingml/2006/main">
              <a:ext uri="{FF2B5EF4-FFF2-40B4-BE49-F238E27FC236}">
                <a16:creationId xmlns:a16="http://schemas.microsoft.com/office/drawing/2014/main" id="{32B1980C-AD1F-44DD-A839-8BAC914C86BD}"/>
              </a:ext>
            </a:extLst>
          </p:cNvPr>
          <p:cNvSpPr>
            <a:spLocks xmlns:a="http://schemas.openxmlformats.org/drawingml/2006/main" noGrp="1"/>
          </p:cNvSpPr>
          <p:nvPr/>
        </p:nvSpPr>
        <p:spPr>
          <a:xfrm xmlns:a="http://schemas.openxmlformats.org/drawingml/2006/main">
            <a:off x="2743200" y="2697480"/>
            <a:ext cx="6720840" cy="6400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100" b="1">
                <a:solidFill>
                  <a:srgbClr val="4F5F78"/>
                </a:solidFill>
                <a:latin typeface="Arial"/>
                <a:ea typeface="Arial"/>
                <a:cs typeface="Arial"/>
              </a:rPr>
              <a:t>Cảm ơn thầy cô và mọi người
đã lắng nghe</a:t>
            </a:r>
          </a:p>
        </p:txBody>
      </p:sp>
      <p:sp>
        <p:nvSpPr>
          <p:cNvPr id="24" name="Connector 23">
            <a:extLst xmlns:a="http://schemas.openxmlformats.org/drawingml/2006/main">
              <a:ext uri="{FF2B5EF4-FFF2-40B4-BE49-F238E27FC236}">
                <a16:creationId xmlns:a16="http://schemas.microsoft.com/office/drawing/2014/main" id="{706D5651-C22C-4D97-BC75-CD7582060E3D}"/>
              </a:ext>
            </a:extLst>
          </p:cNvPr>
          <p:cNvSpPr>
            <a:spLocks xmlns:a="http://schemas.openxmlformats.org/drawingml/2006/main" noGrp="1"/>
          </p:cNvSpPr>
          <p:nvPr/>
        </p:nvSpPr>
        <p:spPr>
          <a:xfrm xmlns:a="http://schemas.openxmlformats.org/drawingml/2006/main">
            <a:off x="5074920" y="3593592"/>
            <a:ext cx="731520" cy="0"/>
          </a:xfrm>
          <a:prstGeom xmlns:a="http://schemas.openxmlformats.org/drawingml/2006/main" prst="line">
            <a:avLst/>
          </a:prstGeom>
          <a:ln xmlns:a="http://schemas.openxmlformats.org/drawingml/2006/main" w="25400">
            <a:solidFill>
              <a:srgbClr val="1969E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5" name="Oval 24">
            <a:extLst xmlns:a="http://schemas.openxmlformats.org/drawingml/2006/main">
              <a:ext uri="{FF2B5EF4-FFF2-40B4-BE49-F238E27FC236}">
                <a16:creationId xmlns:a16="http://schemas.microsoft.com/office/drawing/2014/main" id="{BC6783A7-E0EE-4F3F-9D79-903FF89D8D89}"/>
              </a:ext>
            </a:extLst>
          </p:cNvPr>
          <p:cNvSpPr>
            <a:spLocks xmlns:a="http://schemas.openxmlformats.org/drawingml/2006/main" noGrp="1"/>
          </p:cNvSpPr>
          <p:nvPr/>
        </p:nvSpPr>
        <p:spPr>
          <a:xfrm xmlns:a="http://schemas.openxmlformats.org/drawingml/2006/main">
            <a:off x="5939027" y="3570732"/>
            <a:ext cx="45720" cy="4572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Oval 25">
            <a:extLst xmlns:a="http://schemas.openxmlformats.org/drawingml/2006/main">
              <a:ext uri="{FF2B5EF4-FFF2-40B4-BE49-F238E27FC236}">
                <a16:creationId xmlns:a16="http://schemas.microsoft.com/office/drawing/2014/main" id="{036BA97C-8E3D-4468-9806-2248D46E8826}"/>
              </a:ext>
            </a:extLst>
          </p:cNvPr>
          <p:cNvSpPr>
            <a:spLocks xmlns:a="http://schemas.openxmlformats.org/drawingml/2006/main" noGrp="1"/>
          </p:cNvSpPr>
          <p:nvPr/>
        </p:nvSpPr>
        <p:spPr>
          <a:xfrm xmlns:a="http://schemas.openxmlformats.org/drawingml/2006/main">
            <a:off x="6076188" y="3570732"/>
            <a:ext cx="45720" cy="4572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AA52579D-EB75-4E00-A380-A6FC7032D56C}"/>
              </a:ext>
            </a:extLst>
          </p:cNvPr>
          <p:cNvSpPr>
            <a:spLocks xmlns:a="http://schemas.openxmlformats.org/drawingml/2006/main" noGrp="1"/>
          </p:cNvSpPr>
          <p:nvPr/>
        </p:nvSpPr>
        <p:spPr>
          <a:xfrm xmlns:a="http://schemas.openxmlformats.org/drawingml/2006/main">
            <a:off x="6213348" y="3570732"/>
            <a:ext cx="45720" cy="45720"/>
          </a:xfrm>
          <a:prstGeom xmlns:a="http://schemas.openxmlformats.org/drawingml/2006/main" prst="ellipse">
            <a:avLst/>
          </a:prstGeom>
          <a:solidFill xmlns:a="http://schemas.openxmlformats.org/drawingml/2006/main">
            <a:srgbClr val="1969E1"/>
          </a:solidFill>
          <a:ln xmlns:a="http://schemas.openxmlformats.org/drawingml/2006/main" w="254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Rounded Rectangle 27">
            <a:extLst xmlns:a="http://schemas.openxmlformats.org/drawingml/2006/main">
              <a:ext uri="{FF2B5EF4-FFF2-40B4-BE49-F238E27FC236}">
                <a16:creationId xmlns:a16="http://schemas.microsoft.com/office/drawing/2014/main" id="{6F65DEDE-6428-41CB-AEDF-5A417FD5F213}"/>
              </a:ext>
            </a:extLst>
          </p:cNvPr>
          <p:cNvSpPr>
            <a:spLocks xmlns:a="http://schemas.openxmlformats.org/drawingml/2006/main" noGrp="1"/>
          </p:cNvSpPr>
          <p:nvPr/>
        </p:nvSpPr>
        <p:spPr>
          <a:xfrm xmlns:a="http://schemas.openxmlformats.org/drawingml/2006/main">
            <a:off x="3703320" y="3977639"/>
            <a:ext cx="4754880" cy="10515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C4DDF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Oval 28">
            <a:extLst xmlns:a="http://schemas.openxmlformats.org/drawingml/2006/main">
              <a:ext uri="{FF2B5EF4-FFF2-40B4-BE49-F238E27FC236}">
                <a16:creationId xmlns:a16="http://schemas.microsoft.com/office/drawing/2014/main" id="{C3C71372-13C4-41DA-84D3-3F193D6BAFE9}"/>
              </a:ext>
            </a:extLst>
          </p:cNvPr>
          <p:cNvSpPr>
            <a:spLocks xmlns:a="http://schemas.openxmlformats.org/drawingml/2006/main" noGrp="1"/>
          </p:cNvSpPr>
          <p:nvPr/>
        </p:nvSpPr>
        <p:spPr>
          <a:xfrm xmlns:a="http://schemas.openxmlformats.org/drawingml/2006/main">
            <a:off x="3950208" y="4224528"/>
            <a:ext cx="548640" cy="548640"/>
          </a:xfrm>
          <a:prstGeom xmlns:a="http://schemas.openxmlformats.org/drawingml/2006/main" prst="ellipse">
            <a:avLst/>
          </a:prstGeom>
          <a:solidFill xmlns:a="http://schemas.openxmlformats.org/drawingml/2006/main">
            <a:srgbClr val="E2F3FF"/>
          </a:solidFill>
          <a:ln xmlns:a="http://schemas.openxmlformats.org/drawingml/2006/main" w="13970">
            <a:solidFill>
              <a:srgbClr val="1969E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99BEB82-4849-41C6-8D57-BF501D6D972A}"/>
              </a:ext>
            </a:extLst>
          </p:cNvPr>
          <p:cNvSpPr>
            <a:spLocks xmlns:a="http://schemas.openxmlformats.org/drawingml/2006/main" noGrp="1"/>
          </p:cNvSpPr>
          <p:nvPr/>
        </p:nvSpPr>
        <p:spPr>
          <a:xfrm xmlns:a="http://schemas.openxmlformats.org/drawingml/2006/main">
            <a:off x="3986784" y="4279392"/>
            <a:ext cx="475488" cy="4114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2100" b="1">
                <a:solidFill>
                  <a:srgbClr val="1969E1"/>
                </a:solidFill>
                <a:latin typeface="Arial"/>
                <a:ea typeface="Arial"/>
                <a:cs typeface="Arial"/>
              </a:rPr>
              <a:t>?</a:t>
            </a:r>
          </a:p>
        </p:txBody>
      </p:sp>
      <p:sp>
        <p:nvSpPr>
          <p:cNvPr id="31" name="TextBox 30">
            <a:extLst xmlns:a="http://schemas.openxmlformats.org/drawingml/2006/main">
              <a:ext uri="{FF2B5EF4-FFF2-40B4-BE49-F238E27FC236}">
                <a16:creationId xmlns:a16="http://schemas.microsoft.com/office/drawing/2014/main" id="{14F9F851-8B32-4F13-BEEA-966956EC63B1}"/>
              </a:ext>
            </a:extLst>
          </p:cNvPr>
          <p:cNvSpPr>
            <a:spLocks xmlns:a="http://schemas.openxmlformats.org/drawingml/2006/main" noGrp="1"/>
          </p:cNvSpPr>
          <p:nvPr/>
        </p:nvSpPr>
        <p:spPr>
          <a:xfrm xmlns:a="http://schemas.openxmlformats.org/drawingml/2006/main">
            <a:off x="4663440" y="4133087"/>
            <a:ext cx="3246120" cy="27432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1200" b="1">
                <a:solidFill>
                  <a:srgbClr val="07285F"/>
                </a:solidFill>
                <a:latin typeface="Arial"/>
                <a:ea typeface="Arial"/>
                <a:cs typeface="Arial"/>
              </a:rPr>
              <a:t>Q&amp;A • THẢO LUẬN</a:t>
            </a:r>
          </a:p>
        </p:txBody>
      </p:sp>
      <p:sp>
        <p:nvSpPr>
          <p:cNvPr id="32" name="TextBox 31">
            <a:extLst xmlns:a="http://schemas.openxmlformats.org/drawingml/2006/main">
              <a:ext uri="{FF2B5EF4-FFF2-40B4-BE49-F238E27FC236}">
                <a16:creationId xmlns:a16="http://schemas.microsoft.com/office/drawing/2014/main" id="{453C9556-93C2-4CDB-81CC-4A1560865285}"/>
              </a:ext>
            </a:extLst>
          </p:cNvPr>
          <p:cNvSpPr>
            <a:spLocks xmlns:a="http://schemas.openxmlformats.org/drawingml/2006/main" noGrp="1"/>
          </p:cNvSpPr>
          <p:nvPr/>
        </p:nvSpPr>
        <p:spPr>
          <a:xfrm xmlns:a="http://schemas.openxmlformats.org/drawingml/2006/main">
            <a:off x="4663440" y="4443984"/>
            <a:ext cx="3246120" cy="310896"/>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buNone/>
            </a:pPr>
            <a:r>
              <a:rPr sz="950" b="0">
                <a:solidFill>
                  <a:srgbClr val="4F5F78"/>
                </a:solidFill>
                <a:latin typeface="Arial"/>
                <a:ea typeface="Arial"/>
                <a:cs typeface="Arial"/>
              </a:rPr>
              <a:t>Rất mong nhận được câu hỏi và ý kiến đóng góp.</a:t>
            </a:r>
          </a:p>
        </p:txBody>
      </p:sp>
      <p:sp>
        <p:nvSpPr>
          <p:cNvPr id="33" name="TextBox 32">
            <a:extLst xmlns:a="http://schemas.openxmlformats.org/drawingml/2006/main">
              <a:ext uri="{FF2B5EF4-FFF2-40B4-BE49-F238E27FC236}">
                <a16:creationId xmlns:a16="http://schemas.microsoft.com/office/drawing/2014/main" id="{FA41F8C2-72EF-42BF-8244-A86E4CE4898F}"/>
              </a:ext>
            </a:extLst>
          </p:cNvPr>
          <p:cNvSpPr>
            <a:spLocks xmlns:a="http://schemas.openxmlformats.org/drawingml/2006/main" noGrp="1"/>
          </p:cNvSpPr>
          <p:nvPr/>
        </p:nvSpPr>
        <p:spPr>
          <a:xfrm xmlns:a="http://schemas.openxmlformats.org/drawingml/2006/main">
            <a:off x="3886200" y="5285232"/>
            <a:ext cx="4389120" cy="22860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buNone/>
            </a:pPr>
            <a:r>
              <a:rPr sz="850" b="1">
                <a:solidFill>
                  <a:srgbClr val="1969E1"/>
                </a:solidFill>
                <a:latin typeface="Arial"/>
                <a:ea typeface="Arial"/>
                <a:cs typeface="Arial"/>
              </a:rPr>
              <a:t>Predator Group  •  Website Laptop &amp; Accessories</a:t>
            </a:r>
          </a:p>
        </p:txBody>
      </p:sp>
      <p:pic>
        <p:nvPicPr>
          <p:cNvPr id="67" name="Picture 34"/>
          <p:cNvPicPr>
            <a:picLocks xmlns:a="http://schemas.openxmlformats.org/drawingml/2006/main" noChangeAspect="1"/>
          </p:cNvPicPr>
          <p:nvPr/>
        </p:nvPicPr>
        <p:blipFill>
          <a:blip xmlns:r="http://schemas.openxmlformats.org/officeDocument/2006/relationships" xmlns:a="http://schemas.openxmlformats.org/drawingml/2006/main" r:embed="R4fef04d5b0034558"/>
          <a:stretch xmlns:a="http://schemas.openxmlformats.org/drawingml/2006/main">
            <a:fillRect l="0" t="0" r="0" b="0"/>
          </a:stretch>
        </p:blipFill>
        <p:spPr>
          <a:xfrm xmlns:a="http://schemas.openxmlformats.org/drawingml/2006/main">
            <a:off x="10777306" y="-88712"/>
            <a:ext cx="1164758" cy="1164758"/>
          </a:xfrm>
          <a:prstGeom xmlns:a="http://schemas.openxmlformats.org/drawingml/2006/main" prst="rect">
            <a:avLst/>
          </a:prstGeom>
        </p:spPr>
      </p:pic>
    </p:spTree>
    <p:extLst>
      <p:ext uri="{BB962C8B-B14F-4D97-AF65-F5344CB8AC3E}">
        <p14:creationId xmlns:p14="http://schemas.microsoft.com/office/powerpoint/2010/main" val="10891911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2026-08-29T02:58:28.8630000Z</dcterms:created>
  <dcterms:modified xsi:type="dcterms:W3CDTF">2026-08-29T02:58:28.8630000Z</dcterms:modified>
</coreProperties>
</file>